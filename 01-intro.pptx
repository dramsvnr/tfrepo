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87" r:id="rId2"/>
    <p:sldId id="285" r:id="rId3"/>
    <p:sldId id="286" r:id="rId4"/>
    <p:sldId id="256" r:id="rId5"/>
    <p:sldId id="257" r:id="rId6"/>
    <p:sldId id="264" r:id="rId7"/>
    <p:sldId id="265" r:id="rId8"/>
    <p:sldId id="258" r:id="rId9"/>
    <p:sldId id="263" r:id="rId10"/>
    <p:sldId id="259" r:id="rId11"/>
    <p:sldId id="278" r:id="rId12"/>
    <p:sldId id="260" r:id="rId13"/>
    <p:sldId id="280" r:id="rId14"/>
    <p:sldId id="281" r:id="rId15"/>
    <p:sldId id="282" r:id="rId16"/>
    <p:sldId id="266" r:id="rId17"/>
    <p:sldId id="267" r:id="rId18"/>
    <p:sldId id="268" r:id="rId19"/>
    <p:sldId id="277" r:id="rId20"/>
    <p:sldId id="289" r:id="rId21"/>
    <p:sldId id="279" r:id="rId22"/>
    <p:sldId id="288" r:id="rId23"/>
    <p:sldId id="283" r:id="rId24"/>
    <p:sldId id="284" r:id="rId25"/>
    <p:sldId id="270" r:id="rId26"/>
    <p:sldId id="271" r:id="rId27"/>
    <p:sldId id="272" r:id="rId28"/>
    <p:sldId id="273" r:id="rId29"/>
    <p:sldId id="274" r:id="rId30"/>
    <p:sldId id="275" r:id="rId31"/>
    <p:sldId id="261" r:id="rId32"/>
    <p:sldId id="262" r:id="rId33"/>
    <p:sldId id="276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D2A88-0244-AD4B-B23E-0DF24F9323A5}" v="118" dt="2025-12-01T17:48:46.553"/>
    <p1510:client id="{CD583F2B-0F55-FDA9-6304-5C0D40DDC8AA}" v="132" dt="2025-12-01T02:19:53.641"/>
    <p1510:client id="{F16E0BD0-CE79-38BC-D306-EC6AD3CE0E31}" v="238" dt="2025-12-02T01:49:46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reddy" userId="181b763867612699" providerId="Windows Live" clId="Web-{F16E0BD0-CE79-38BC-D306-EC6AD3CE0E31}"/>
    <pc:docChg chg="addSld modSld">
      <pc:chgData name="Ramesh reddy" userId="181b763867612699" providerId="Windows Live" clId="Web-{F16E0BD0-CE79-38BC-D306-EC6AD3CE0E31}" dt="2025-12-02T01:49:43.902" v="243" actId="20577"/>
      <pc:docMkLst>
        <pc:docMk/>
      </pc:docMkLst>
      <pc:sldChg chg="modSp">
        <pc:chgData name="Ramesh reddy" userId="181b763867612699" providerId="Windows Live" clId="Web-{F16E0BD0-CE79-38BC-D306-EC6AD3CE0E31}" dt="2025-12-02T01:46:23.411" v="232" actId="1076"/>
        <pc:sldMkLst>
          <pc:docMk/>
          <pc:sldMk cId="2524086675" sldId="261"/>
        </pc:sldMkLst>
        <pc:spChg chg="mod">
          <ac:chgData name="Ramesh reddy" userId="181b763867612699" providerId="Windows Live" clId="Web-{F16E0BD0-CE79-38BC-D306-EC6AD3CE0E31}" dt="2025-12-02T01:46:23.411" v="232" actId="1076"/>
          <ac:spMkLst>
            <pc:docMk/>
            <pc:sldMk cId="2524086675" sldId="261"/>
            <ac:spMk id="2" creationId="{E8FB61EA-55BD-7545-6861-242BC0269299}"/>
          </ac:spMkLst>
        </pc:spChg>
      </pc:sldChg>
      <pc:sldChg chg="modSp">
        <pc:chgData name="Ramesh reddy" userId="181b763867612699" providerId="Windows Live" clId="Web-{F16E0BD0-CE79-38BC-D306-EC6AD3CE0E31}" dt="2025-12-02T01:45:44.675" v="223" actId="20577"/>
        <pc:sldMkLst>
          <pc:docMk/>
          <pc:sldMk cId="2906280208" sldId="288"/>
        </pc:sldMkLst>
        <pc:spChg chg="mod">
          <ac:chgData name="Ramesh reddy" userId="181b763867612699" providerId="Windows Live" clId="Web-{F16E0BD0-CE79-38BC-D306-EC6AD3CE0E31}" dt="2025-12-02T01:45:44.675" v="223" actId="20577"/>
          <ac:spMkLst>
            <pc:docMk/>
            <pc:sldMk cId="2906280208" sldId="288"/>
            <ac:spMk id="3" creationId="{4374EB97-EEEF-C978-7EE7-33D341716763}"/>
          </ac:spMkLst>
        </pc:spChg>
      </pc:sldChg>
      <pc:sldChg chg="modSp new">
        <pc:chgData name="Ramesh reddy" userId="181b763867612699" providerId="Windows Live" clId="Web-{F16E0BD0-CE79-38BC-D306-EC6AD3CE0E31}" dt="2025-12-02T01:38:11.390" v="152" actId="20577"/>
        <pc:sldMkLst>
          <pc:docMk/>
          <pc:sldMk cId="1210349624" sldId="289"/>
        </pc:sldMkLst>
        <pc:spChg chg="mod">
          <ac:chgData name="Ramesh reddy" userId="181b763867612699" providerId="Windows Live" clId="Web-{F16E0BD0-CE79-38BC-D306-EC6AD3CE0E31}" dt="2025-12-02T01:32:34.492" v="41" actId="20577"/>
          <ac:spMkLst>
            <pc:docMk/>
            <pc:sldMk cId="1210349624" sldId="289"/>
            <ac:spMk id="2" creationId="{F83E28E2-0D68-F32E-45EC-78F051D725ED}"/>
          </ac:spMkLst>
        </pc:spChg>
        <pc:spChg chg="mod">
          <ac:chgData name="Ramesh reddy" userId="181b763867612699" providerId="Windows Live" clId="Web-{F16E0BD0-CE79-38BC-D306-EC6AD3CE0E31}" dt="2025-12-02T01:38:11.390" v="152" actId="20577"/>
          <ac:spMkLst>
            <pc:docMk/>
            <pc:sldMk cId="1210349624" sldId="289"/>
            <ac:spMk id="3" creationId="{E6904B0C-C8A0-2BF0-6593-25E1299F90B7}"/>
          </ac:spMkLst>
        </pc:spChg>
      </pc:sldChg>
      <pc:sldChg chg="modSp add replId">
        <pc:chgData name="Ramesh reddy" userId="181b763867612699" providerId="Windows Live" clId="Web-{F16E0BD0-CE79-38BC-D306-EC6AD3CE0E31}" dt="2025-12-02T01:49:43.902" v="243" actId="20577"/>
        <pc:sldMkLst>
          <pc:docMk/>
          <pc:sldMk cId="156210365" sldId="290"/>
        </pc:sldMkLst>
        <pc:spChg chg="mod">
          <ac:chgData name="Ramesh reddy" userId="181b763867612699" providerId="Windows Live" clId="Web-{F16E0BD0-CE79-38BC-D306-EC6AD3CE0E31}" dt="2025-12-02T01:49:38.480" v="241" actId="20577"/>
          <ac:spMkLst>
            <pc:docMk/>
            <pc:sldMk cId="156210365" sldId="290"/>
            <ac:spMk id="2" creationId="{ECB7CAD1-D09E-8130-2FDB-121165EDA925}"/>
          </ac:spMkLst>
        </pc:spChg>
        <pc:spChg chg="mod">
          <ac:chgData name="Ramesh reddy" userId="181b763867612699" providerId="Windows Live" clId="Web-{F16E0BD0-CE79-38BC-D306-EC6AD3CE0E31}" dt="2025-12-02T01:49:43.902" v="243" actId="20577"/>
          <ac:spMkLst>
            <pc:docMk/>
            <pc:sldMk cId="156210365" sldId="290"/>
            <ac:spMk id="3" creationId="{48BAC693-5A50-5F78-DC47-066FB6CCFC7C}"/>
          </ac:spMkLst>
        </pc:spChg>
      </pc:sldChg>
    </pc:docChg>
  </pc:docChgLst>
  <pc:docChgLst>
    <pc:chgData name="Ramesh reddy" userId="181b763867612699" providerId="Windows Live" clId="Web-{82B194CD-F055-D0DC-79BB-2E1CF5FF7D35}"/>
    <pc:docChg chg="addSld modSld">
      <pc:chgData name="Ramesh reddy" userId="181b763867612699" providerId="Windows Live" clId="Web-{82B194CD-F055-D0DC-79BB-2E1CF5FF7D35}" dt="2025-11-27T03:57:20.341" v="36"/>
      <pc:docMkLst>
        <pc:docMk/>
      </pc:docMkLst>
      <pc:sldChg chg="modSp">
        <pc:chgData name="Ramesh reddy" userId="181b763867612699" providerId="Windows Live" clId="Web-{82B194CD-F055-D0DC-79BB-2E1CF5FF7D35}" dt="2025-11-27T03:43:56.657" v="0"/>
        <pc:sldMkLst>
          <pc:docMk/>
          <pc:sldMk cId="4242460233" sldId="271"/>
        </pc:sldMkLst>
        <pc:graphicFrameChg chg="modGraphic">
          <ac:chgData name="Ramesh reddy" userId="181b763867612699" providerId="Windows Live" clId="Web-{82B194CD-F055-D0DC-79BB-2E1CF5FF7D35}" dt="2025-11-27T03:43:56.657" v="0"/>
          <ac:graphicFrameMkLst>
            <pc:docMk/>
            <pc:sldMk cId="4242460233" sldId="271"/>
            <ac:graphicFrameMk id="5" creationId="{164037D3-3205-BB8D-7416-906086ACBF75}"/>
          </ac:graphicFrameMkLst>
        </pc:graphicFrameChg>
      </pc:sldChg>
      <pc:sldChg chg="addSp delSp modSp new">
        <pc:chgData name="Ramesh reddy" userId="181b763867612699" providerId="Windows Live" clId="Web-{82B194CD-F055-D0DC-79BB-2E1CF5FF7D35}" dt="2025-11-27T03:57:20.341" v="36"/>
        <pc:sldMkLst>
          <pc:docMk/>
          <pc:sldMk cId="2481872024" sldId="283"/>
        </pc:sldMkLst>
        <pc:spChg chg="mod">
          <ac:chgData name="Ramesh reddy" userId="181b763867612699" providerId="Windows Live" clId="Web-{82B194CD-F055-D0DC-79BB-2E1CF5FF7D35}" dt="2025-11-27T03:54:13.942" v="17" actId="20577"/>
          <ac:spMkLst>
            <pc:docMk/>
            <pc:sldMk cId="2481872024" sldId="283"/>
            <ac:spMk id="2" creationId="{F78DF8C9-4430-31B9-591C-321460BF150A}"/>
          </ac:spMkLst>
        </pc:spChg>
        <pc:graphicFrameChg chg="add">
          <ac:chgData name="Ramesh reddy" userId="181b763867612699" providerId="Windows Live" clId="Web-{82B194CD-F055-D0DC-79BB-2E1CF5FF7D35}" dt="2025-11-27T03:57:20.341" v="36"/>
          <ac:graphicFrameMkLst>
            <pc:docMk/>
            <pc:sldMk cId="2481872024" sldId="283"/>
            <ac:graphicFrameMk id="5" creationId="{F2ECCF48-048A-9435-6DDE-EF7FB9CDBD73}"/>
          </ac:graphicFrameMkLst>
        </pc:graphicFrameChg>
      </pc:sldChg>
      <pc:sldChg chg="addSp modSp new mod setBg">
        <pc:chgData name="Ramesh reddy" userId="181b763867612699" providerId="Windows Live" clId="Web-{82B194CD-F055-D0DC-79BB-2E1CF5FF7D35}" dt="2025-11-27T03:56:25.761" v="35"/>
        <pc:sldMkLst>
          <pc:docMk/>
          <pc:sldMk cId="1161328857" sldId="284"/>
        </pc:sldMkLst>
        <pc:spChg chg="mo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2" creationId="{C6E086D6-82E8-2FA8-FA75-6B901D69078C}"/>
          </ac:spMkLst>
        </pc:spChg>
        <pc:spChg chg="mo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3" creationId="{C1D624A8-A6F3-2719-A41D-F3FC66A111A1}"/>
          </ac:spMkLst>
        </pc:spChg>
        <pc:spChg chg="ad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9" creationId="{2550BE34-C2B8-49B8-8519-67A8CAD51AE9}"/>
          </ac:spMkLst>
        </pc:spChg>
        <pc:spChg chg="ad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11" creationId="{A7457DD9-5A45-400A-AB4B-4B4EDECA25F1}"/>
          </ac:spMkLst>
        </pc:spChg>
        <pc:spChg chg="ad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13" creationId="{441CF7D6-A660-431A-B0BB-140A0D5556B6}"/>
          </ac:spMkLst>
        </pc:spChg>
        <pc:spChg chg="add">
          <ac:chgData name="Ramesh reddy" userId="181b763867612699" providerId="Windows Live" clId="Web-{82B194CD-F055-D0DC-79BB-2E1CF5FF7D35}" dt="2025-11-27T03:56:25.761" v="35"/>
          <ac:spMkLst>
            <pc:docMk/>
            <pc:sldMk cId="1161328857" sldId="284"/>
            <ac:spMk id="15" creationId="{0570A85B-3810-4F95-97B0-CBF4CCDB381C}"/>
          </ac:spMkLst>
        </pc:spChg>
        <pc:picChg chg="add mod">
          <ac:chgData name="Ramesh reddy" userId="181b763867612699" providerId="Windows Live" clId="Web-{82B194CD-F055-D0DC-79BB-2E1CF5FF7D35}" dt="2025-11-27T03:56:25.761" v="35"/>
          <ac:picMkLst>
            <pc:docMk/>
            <pc:sldMk cId="1161328857" sldId="284"/>
            <ac:picMk id="4" creationId="{68B38A07-611D-7A4A-CB54-1B747E2AC44C}"/>
          </ac:picMkLst>
        </pc:picChg>
      </pc:sldChg>
    </pc:docChg>
  </pc:docChgLst>
  <pc:docChgLst>
    <pc:chgData name="Ramesh reddy" userId="181b763867612699" providerId="Windows Live" clId="Web-{D2FB273B-6D33-E4CC-7120-EF53475B4AB7}"/>
    <pc:docChg chg="addSld modSld">
      <pc:chgData name="Ramesh reddy" userId="181b763867612699" providerId="Windows Live" clId="Web-{D2FB273B-6D33-E4CC-7120-EF53475B4AB7}" dt="2025-11-17T18:17:20.558" v="150" actId="20577"/>
      <pc:docMkLst>
        <pc:docMk/>
      </pc:docMkLst>
      <pc:sldChg chg="addSp delSp modSp">
        <pc:chgData name="Ramesh reddy" userId="181b763867612699" providerId="Windows Live" clId="Web-{D2FB273B-6D33-E4CC-7120-EF53475B4AB7}" dt="2025-11-17T17:04:15.015" v="53" actId="20577"/>
        <pc:sldMkLst>
          <pc:docMk/>
          <pc:sldMk cId="109857222" sldId="256"/>
        </pc:sldMkLst>
        <pc:spChg chg="mod">
          <ac:chgData name="Ramesh reddy" userId="181b763867612699" providerId="Windows Live" clId="Web-{D2FB273B-6D33-E4CC-7120-EF53475B4AB7}" dt="2025-11-17T17:03:56.530" v="2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amesh reddy" userId="181b763867612699" providerId="Windows Live" clId="Web-{D2FB273B-6D33-E4CC-7120-EF53475B4AB7}" dt="2025-11-17T17:04:15.015" v="5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Ramesh reddy" userId="181b763867612699" providerId="Windows Live" clId="Web-{D2FB273B-6D33-E4CC-7120-EF53475B4AB7}" dt="2025-11-17T17:21:31.067" v="71"/>
        <pc:sldMkLst>
          <pc:docMk/>
          <pc:sldMk cId="861679582" sldId="257"/>
        </pc:sldMkLst>
        <pc:spChg chg="mod">
          <ac:chgData name="Ramesh reddy" userId="181b763867612699" providerId="Windows Live" clId="Web-{D2FB273B-6D33-E4CC-7120-EF53475B4AB7}" dt="2025-11-17T17:15:14.219" v="64" actId="20577"/>
          <ac:spMkLst>
            <pc:docMk/>
            <pc:sldMk cId="861679582" sldId="257"/>
            <ac:spMk id="2" creationId="{2AE0BDA4-2FD0-B318-CF66-33E3109D47A0}"/>
          </ac:spMkLst>
        </pc:spChg>
      </pc:sldChg>
      <pc:sldChg chg="addSp modSp new mod setBg">
        <pc:chgData name="Ramesh reddy" userId="181b763867612699" providerId="Windows Live" clId="Web-{D2FB273B-6D33-E4CC-7120-EF53475B4AB7}" dt="2025-11-17T17:40:45.633" v="82" actId="20577"/>
        <pc:sldMkLst>
          <pc:docMk/>
          <pc:sldMk cId="3712487388" sldId="258"/>
        </pc:sldMkLst>
        <pc:spChg chg="mod">
          <ac:chgData name="Ramesh reddy" userId="181b763867612699" providerId="Windows Live" clId="Web-{D2FB273B-6D33-E4CC-7120-EF53475B4AB7}" dt="2025-11-17T17:33:46.980" v="80"/>
          <ac:spMkLst>
            <pc:docMk/>
            <pc:sldMk cId="3712487388" sldId="258"/>
            <ac:spMk id="2" creationId="{960D29C1-E113-7419-A9BD-21862A0DF94B}"/>
          </ac:spMkLst>
        </pc:spChg>
        <pc:spChg chg="mod ord">
          <ac:chgData name="Ramesh reddy" userId="181b763867612699" providerId="Windows Live" clId="Web-{D2FB273B-6D33-E4CC-7120-EF53475B4AB7}" dt="2025-11-17T17:40:45.633" v="82" actId="20577"/>
          <ac:spMkLst>
            <pc:docMk/>
            <pc:sldMk cId="3712487388" sldId="258"/>
            <ac:spMk id="3" creationId="{0AF72EDF-BD93-F1F9-95DC-385C34D97A5E}"/>
          </ac:spMkLst>
        </pc:spChg>
        <pc:picChg chg="add mod">
          <ac:chgData name="Ramesh reddy" userId="181b763867612699" providerId="Windows Live" clId="Web-{D2FB273B-6D33-E4CC-7120-EF53475B4AB7}" dt="2025-11-17T17:33:46.980" v="80"/>
          <ac:picMkLst>
            <pc:docMk/>
            <pc:sldMk cId="3712487388" sldId="258"/>
            <ac:picMk id="4" creationId="{D7AF419B-C78C-328D-EBB4-23FB0044DEE4}"/>
          </ac:picMkLst>
        </pc:picChg>
      </pc:sldChg>
      <pc:sldChg chg="addSp delSp modSp new mod setBg modClrScheme delDesignElem chgLayout">
        <pc:chgData name="Ramesh reddy" userId="181b763867612699" providerId="Windows Live" clId="Web-{D2FB273B-6D33-E4CC-7120-EF53475B4AB7}" dt="2025-11-17T18:15:26.619" v="134"/>
        <pc:sldMkLst>
          <pc:docMk/>
          <pc:sldMk cId="1499209638" sldId="259"/>
        </pc:sldMkLst>
        <pc:spChg chg="mod ord">
          <ac:chgData name="Ramesh reddy" userId="181b763867612699" providerId="Windows Live" clId="Web-{D2FB273B-6D33-E4CC-7120-EF53475B4AB7}" dt="2025-11-17T18:15:26.619" v="134"/>
          <ac:spMkLst>
            <pc:docMk/>
            <pc:sldMk cId="1499209638" sldId="259"/>
            <ac:spMk id="2" creationId="{20A06B31-4F05-9213-0DA5-A161CB0861EA}"/>
          </ac:spMkLst>
        </pc:spChg>
      </pc:sldChg>
      <pc:sldChg chg="addSp modSp new mod modClrScheme chgLayout">
        <pc:chgData name="Ramesh reddy" userId="181b763867612699" providerId="Windows Live" clId="Web-{D2FB273B-6D33-E4CC-7120-EF53475B4AB7}" dt="2025-11-17T18:17:20.558" v="150" actId="20577"/>
        <pc:sldMkLst>
          <pc:docMk/>
          <pc:sldMk cId="1180607691" sldId="260"/>
        </pc:sldMkLst>
        <pc:spChg chg="mod ord">
          <ac:chgData name="Ramesh reddy" userId="181b763867612699" providerId="Windows Live" clId="Web-{D2FB273B-6D33-E4CC-7120-EF53475B4AB7}" dt="2025-11-17T18:17:20.558" v="150" actId="20577"/>
          <ac:spMkLst>
            <pc:docMk/>
            <pc:sldMk cId="1180607691" sldId="260"/>
            <ac:spMk id="2" creationId="{241E14D5-3262-1CAD-E990-11B60BCC5861}"/>
          </ac:spMkLst>
        </pc:spChg>
        <pc:spChg chg="mod ord">
          <ac:chgData name="Ramesh reddy" userId="181b763867612699" providerId="Windows Live" clId="Web-{D2FB273B-6D33-E4CC-7120-EF53475B4AB7}" dt="2025-11-17T18:16:37.027" v="143" actId="20577"/>
          <ac:spMkLst>
            <pc:docMk/>
            <pc:sldMk cId="1180607691" sldId="260"/>
            <ac:spMk id="3" creationId="{67E157AF-722F-B071-130E-0156A85E60ED}"/>
          </ac:spMkLst>
        </pc:spChg>
        <pc:spChg chg="add mod ord">
          <ac:chgData name="Ramesh reddy" userId="181b763867612699" providerId="Windows Live" clId="Web-{D2FB273B-6D33-E4CC-7120-EF53475B4AB7}" dt="2025-11-17T18:16:41.714" v="145" actId="20577"/>
          <ac:spMkLst>
            <pc:docMk/>
            <pc:sldMk cId="1180607691" sldId="260"/>
            <ac:spMk id="4" creationId="{4B0978AD-E539-1C6D-718F-0DC95DCE3B9B}"/>
          </ac:spMkLst>
        </pc:spChg>
      </pc:sldChg>
    </pc:docChg>
  </pc:docChgLst>
  <pc:docChgLst>
    <pc:chgData name="Ramesh reddy" userId="181b763867612699" providerId="Windows Live" clId="Web-{57F37653-480C-9242-8FFA-E84540893E81}"/>
    <pc:docChg chg="addSld modSld">
      <pc:chgData name="Ramesh reddy" userId="181b763867612699" providerId="Windows Live" clId="Web-{57F37653-480C-9242-8FFA-E84540893E81}" dt="2025-11-18T01:44:11.654" v="348" actId="20577"/>
      <pc:docMkLst>
        <pc:docMk/>
      </pc:docMkLst>
      <pc:sldChg chg="addSp delSp modSp">
        <pc:chgData name="Ramesh reddy" userId="181b763867612699" providerId="Windows Live" clId="Web-{57F37653-480C-9242-8FFA-E84540893E81}" dt="2025-11-18T01:41:18.387" v="330"/>
        <pc:sldMkLst>
          <pc:docMk/>
          <pc:sldMk cId="861679582" sldId="257"/>
        </pc:sldMkLst>
        <pc:graphicFrameChg chg="add">
          <ac:chgData name="Ramesh reddy" userId="181b763867612699" providerId="Windows Live" clId="Web-{57F37653-480C-9242-8FFA-E84540893E81}" dt="2025-11-18T01:41:18.387" v="330"/>
          <ac:graphicFrameMkLst>
            <pc:docMk/>
            <pc:sldMk cId="861679582" sldId="257"/>
            <ac:graphicFrameMk id="167" creationId="{E149182B-B395-B8B2-8E02-BBDEBA8F671E}"/>
          </ac:graphicFrameMkLst>
        </pc:graphicFrameChg>
      </pc:sldChg>
      <pc:sldChg chg="addSp delSp modSp">
        <pc:chgData name="Ramesh reddy" userId="181b763867612699" providerId="Windows Live" clId="Web-{57F37653-480C-9242-8FFA-E84540893E81}" dt="2025-11-18T01:42:24.512" v="334"/>
        <pc:sldMkLst>
          <pc:docMk/>
          <pc:sldMk cId="3712487388" sldId="258"/>
        </pc:sldMkLst>
        <pc:spChg chg="mo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2" creationId="{960D29C1-E113-7419-A9BD-21862A0DF94B}"/>
          </ac:spMkLst>
        </pc:spChg>
        <pc:spChg chg="mo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3" creationId="{0AF72EDF-BD93-F1F9-95DC-385C34D97A5E}"/>
          </ac:spMkLst>
        </pc:spChg>
        <pc:spChg chg="ad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16" creationId="{1B15ED52-F352-441B-82BF-E0EA34836D08}"/>
          </ac:spMkLst>
        </pc:spChg>
        <pc:spChg chg="ad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18" creationId="{3B2E3793-BFE6-45A2-9B7B-E18844431C99}"/>
          </ac:spMkLst>
        </pc:spChg>
        <pc:spChg chg="ad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20" creationId="{BC4C4868-CB8F-4AF9-9CDB-8108F2C19B67}"/>
          </ac:spMkLst>
        </pc:spChg>
        <pc:spChg chg="ad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22" creationId="{375E0459-6403-40CD-989D-56A4407CA12E}"/>
          </ac:spMkLst>
        </pc:spChg>
        <pc:spChg chg="add">
          <ac:chgData name="Ramesh reddy" userId="181b763867612699" providerId="Windows Live" clId="Web-{57F37653-480C-9242-8FFA-E84540893E81}" dt="2025-11-18T01:42:24.512" v="334"/>
          <ac:spMkLst>
            <pc:docMk/>
            <pc:sldMk cId="3712487388" sldId="258"/>
            <ac:spMk id="24" creationId="{53E5B1A8-3AC9-4BD1-9BBC-78CA94F2D1BA}"/>
          </ac:spMkLst>
        </pc:spChg>
        <pc:picChg chg="mod">
          <ac:chgData name="Ramesh reddy" userId="181b763867612699" providerId="Windows Live" clId="Web-{57F37653-480C-9242-8FFA-E84540893E81}" dt="2025-11-18T01:42:24.512" v="334"/>
          <ac:picMkLst>
            <pc:docMk/>
            <pc:sldMk cId="3712487388" sldId="258"/>
            <ac:picMk id="4" creationId="{D7AF419B-C78C-328D-EBB4-23FB0044DEE4}"/>
          </ac:picMkLst>
        </pc:picChg>
      </pc:sldChg>
      <pc:sldChg chg="addSp delSp modSp">
        <pc:chgData name="Ramesh reddy" userId="181b763867612699" providerId="Windows Live" clId="Web-{57F37653-480C-9242-8FFA-E84540893E81}" dt="2025-11-18T01:43:03.169" v="340"/>
        <pc:sldMkLst>
          <pc:docMk/>
          <pc:sldMk cId="1499209638" sldId="259"/>
        </pc:sldMkLst>
        <pc:graphicFrameChg chg="add">
          <ac:chgData name="Ramesh reddy" userId="181b763867612699" providerId="Windows Live" clId="Web-{57F37653-480C-9242-8FFA-E84540893E81}" dt="2025-11-18T01:43:03.169" v="340"/>
          <ac:graphicFrameMkLst>
            <pc:docMk/>
            <pc:sldMk cId="1499209638" sldId="259"/>
            <ac:graphicFrameMk id="63" creationId="{3D04934C-B168-E073-D94C-E7D9EB069A41}"/>
          </ac:graphicFrameMkLst>
        </pc:graphicFrameChg>
      </pc:sldChg>
      <pc:sldChg chg="addSp delSp modSp">
        <pc:chgData name="Ramesh reddy" userId="181b763867612699" providerId="Windows Live" clId="Web-{57F37653-480C-9242-8FFA-E84540893E81}" dt="2025-11-18T01:44:11.654" v="348" actId="20577"/>
        <pc:sldMkLst>
          <pc:docMk/>
          <pc:sldMk cId="1180607691" sldId="260"/>
        </pc:sldMkLst>
        <pc:spChg chg="mod">
          <ac:chgData name="Ramesh reddy" userId="181b763867612699" providerId="Windows Live" clId="Web-{57F37653-480C-9242-8FFA-E84540893E81}" dt="2025-11-18T01:44:08.154" v="347" actId="20577"/>
          <ac:spMkLst>
            <pc:docMk/>
            <pc:sldMk cId="1180607691" sldId="260"/>
            <ac:spMk id="3" creationId="{67E157AF-722F-B071-130E-0156A85E60ED}"/>
          </ac:spMkLst>
        </pc:spChg>
        <pc:spChg chg="mod">
          <ac:chgData name="Ramesh reddy" userId="181b763867612699" providerId="Windows Live" clId="Web-{57F37653-480C-9242-8FFA-E84540893E81}" dt="2025-11-18T01:44:11.654" v="348" actId="20577"/>
          <ac:spMkLst>
            <pc:docMk/>
            <pc:sldMk cId="1180607691" sldId="260"/>
            <ac:spMk id="4" creationId="{4B0978AD-E539-1C6D-718F-0DC95DCE3B9B}"/>
          </ac:spMkLst>
        </pc:spChg>
        <pc:spChg chg="add mod">
          <ac:chgData name="Ramesh reddy" userId="181b763867612699" providerId="Windows Live" clId="Web-{57F37653-480C-9242-8FFA-E84540893E81}" dt="2025-11-18T00:52:32.794" v="35" actId="20577"/>
          <ac:spMkLst>
            <pc:docMk/>
            <pc:sldMk cId="1180607691" sldId="260"/>
            <ac:spMk id="6" creationId="{1A97DFE7-57D8-AF7F-CF0B-702881DDF967}"/>
          </ac:spMkLst>
        </pc:spChg>
      </pc:sldChg>
    </pc:docChg>
  </pc:docChgLst>
  <pc:docChgLst>
    <pc:chgData name="Ramesh reddy" userId="181b763867612699" providerId="Windows Live" clId="Web-{3E8D2A88-0244-AD4B-B23E-0DF24F9323A5}"/>
    <pc:docChg chg="addSld modSld sldOrd">
      <pc:chgData name="Ramesh reddy" userId="181b763867612699" providerId="Windows Live" clId="Web-{3E8D2A88-0244-AD4B-B23E-0DF24F9323A5}" dt="2025-12-01T17:48:44.865" v="93" actId="20577"/>
      <pc:docMkLst>
        <pc:docMk/>
      </pc:docMkLst>
      <pc:sldChg chg="modSp">
        <pc:chgData name="Ramesh reddy" userId="181b763867612699" providerId="Windows Live" clId="Web-{3E8D2A88-0244-AD4B-B23E-0DF24F9323A5}" dt="2025-12-01T02:23:36.034" v="1" actId="1076"/>
        <pc:sldMkLst>
          <pc:docMk/>
          <pc:sldMk cId="200288793" sldId="265"/>
        </pc:sldMkLst>
        <pc:spChg chg="mod">
          <ac:chgData name="Ramesh reddy" userId="181b763867612699" providerId="Windows Live" clId="Web-{3E8D2A88-0244-AD4B-B23E-0DF24F9323A5}" dt="2025-12-01T02:23:36.034" v="1" actId="1076"/>
          <ac:spMkLst>
            <pc:docMk/>
            <pc:sldMk cId="200288793" sldId="265"/>
            <ac:spMk id="5" creationId="{BEB38128-1807-70BB-EFC6-100A7DD2B7D2}"/>
          </ac:spMkLst>
        </pc:spChg>
        <pc:graphicFrameChg chg="modGraphic">
          <ac:chgData name="Ramesh reddy" userId="181b763867612699" providerId="Windows Live" clId="Web-{3E8D2A88-0244-AD4B-B23E-0DF24F9323A5}" dt="2025-12-01T02:23:30.534" v="0"/>
          <ac:graphicFrameMkLst>
            <pc:docMk/>
            <pc:sldMk cId="200288793" sldId="265"/>
            <ac:graphicFrameMk id="4" creationId="{30FC6D26-E948-2FD0-A01B-08C90B42CAE5}"/>
          </ac:graphicFrameMkLst>
        </pc:graphicFrameChg>
      </pc:sldChg>
      <pc:sldChg chg="modSp">
        <pc:chgData name="Ramesh reddy" userId="181b763867612699" providerId="Windows Live" clId="Web-{3E8D2A88-0244-AD4B-B23E-0DF24F9323A5}" dt="2025-12-01T17:46:59.566" v="52" actId="20577"/>
        <pc:sldMkLst>
          <pc:docMk/>
          <pc:sldMk cId="3299502632" sldId="267"/>
        </pc:sldMkLst>
        <pc:spChg chg="mod">
          <ac:chgData name="Ramesh reddy" userId="181b763867612699" providerId="Windows Live" clId="Web-{3E8D2A88-0244-AD4B-B23E-0DF24F9323A5}" dt="2025-12-01T17:46:59.566" v="52" actId="20577"/>
          <ac:spMkLst>
            <pc:docMk/>
            <pc:sldMk cId="3299502632" sldId="267"/>
            <ac:spMk id="3" creationId="{3E3203A9-452D-7BE5-2BC4-8C36ACB6D951}"/>
          </ac:spMkLst>
        </pc:spChg>
      </pc:sldChg>
      <pc:sldChg chg="modSp">
        <pc:chgData name="Ramesh reddy" userId="181b763867612699" providerId="Windows Live" clId="Web-{3E8D2A88-0244-AD4B-B23E-0DF24F9323A5}" dt="2025-12-01T17:48:44.865" v="93" actId="20577"/>
        <pc:sldMkLst>
          <pc:docMk/>
          <pc:sldMk cId="556681843" sldId="276"/>
        </pc:sldMkLst>
        <pc:spChg chg="mod">
          <ac:chgData name="Ramesh reddy" userId="181b763867612699" providerId="Windows Live" clId="Web-{3E8D2A88-0244-AD4B-B23E-0DF24F9323A5}" dt="2025-12-01T17:48:44.865" v="93" actId="20577"/>
          <ac:spMkLst>
            <pc:docMk/>
            <pc:sldMk cId="556681843" sldId="276"/>
            <ac:spMk id="2" creationId="{9EFEF464-04B3-F090-E963-67BCF64ED07E}"/>
          </ac:spMkLst>
        </pc:spChg>
      </pc:sldChg>
      <pc:sldChg chg="addSp delSp modSp new mod ord setBg modClrScheme chgLayout">
        <pc:chgData name="Ramesh reddy" userId="181b763867612699" providerId="Windows Live" clId="Web-{3E8D2A88-0244-AD4B-B23E-0DF24F9323A5}" dt="2025-12-01T02:28:39.057" v="40"/>
        <pc:sldMkLst>
          <pc:docMk/>
          <pc:sldMk cId="3666640443" sldId="287"/>
        </pc:sldMkLst>
        <pc:spChg chg="mod or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2" creationId="{AAEE22DA-AF24-6EFF-0F8A-9EDE1BA8952C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7" creationId="{6F5A5072-7B47-4D32-B52A-4EBBF590B8A5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9" creationId="{9715DAF0-AE1B-46C9-8A6B-DB2AA05AB91D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11" creationId="{6016219D-510E-4184-9090-6D5578A87BD1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13" creationId="{AFF4A713-7B75-4B21-90D7-5AB19547C728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15" creationId="{DC631C0B-6DA6-4E57-8231-CE32B3434A7E}"/>
          </ac:spMkLst>
        </pc:spChg>
        <pc:spChg chg="add">
          <ac:chgData name="Ramesh reddy" userId="181b763867612699" providerId="Windows Live" clId="Web-{3E8D2A88-0244-AD4B-B23E-0DF24F9323A5}" dt="2025-12-01T02:28:39.057" v="40"/>
          <ac:spMkLst>
            <pc:docMk/>
            <pc:sldMk cId="3666640443" sldId="287"/>
            <ac:spMk id="17" creationId="{C29501E6-A978-4A61-9689-9085AF97A53A}"/>
          </ac:spMkLst>
        </pc:spChg>
      </pc:sldChg>
      <pc:sldChg chg="modSp new">
        <pc:chgData name="Ramesh reddy" userId="181b763867612699" providerId="Windows Live" clId="Web-{3E8D2A88-0244-AD4B-B23E-0DF24F9323A5}" dt="2025-12-01T17:47:33.067" v="78" actId="20577"/>
        <pc:sldMkLst>
          <pc:docMk/>
          <pc:sldMk cId="2906280208" sldId="288"/>
        </pc:sldMkLst>
        <pc:spChg chg="mod">
          <ac:chgData name="Ramesh reddy" userId="181b763867612699" providerId="Windows Live" clId="Web-{3E8D2A88-0244-AD4B-B23E-0DF24F9323A5}" dt="2025-12-01T17:47:19.645" v="61" actId="20577"/>
          <ac:spMkLst>
            <pc:docMk/>
            <pc:sldMk cId="2906280208" sldId="288"/>
            <ac:spMk id="2" creationId="{A0E6936C-B660-FCBA-19E1-080134AB58DF}"/>
          </ac:spMkLst>
        </pc:spChg>
        <pc:spChg chg="mod">
          <ac:chgData name="Ramesh reddy" userId="181b763867612699" providerId="Windows Live" clId="Web-{3E8D2A88-0244-AD4B-B23E-0DF24F9323A5}" dt="2025-12-01T17:47:33.067" v="78" actId="20577"/>
          <ac:spMkLst>
            <pc:docMk/>
            <pc:sldMk cId="2906280208" sldId="288"/>
            <ac:spMk id="3" creationId="{4374EB97-EEEF-C978-7EE7-33D341716763}"/>
          </ac:spMkLst>
        </pc:spChg>
      </pc:sldChg>
    </pc:docChg>
  </pc:docChgLst>
  <pc:docChgLst>
    <pc:chgData name="Ramesh reddy" userId="181b763867612699" providerId="Windows Live" clId="Web-{CD583F2B-0F55-FDA9-6304-5C0D40DDC8AA}"/>
    <pc:docChg chg="addSld modSld sldOrd">
      <pc:chgData name="Ramesh reddy" userId="181b763867612699" providerId="Windows Live" clId="Web-{CD583F2B-0F55-FDA9-6304-5C0D40DDC8AA}" dt="2025-12-01T02:19:53.109" v="130" actId="20577"/>
      <pc:docMkLst>
        <pc:docMk/>
      </pc:docMkLst>
      <pc:sldChg chg="modSp">
        <pc:chgData name="Ramesh reddy" userId="181b763867612699" providerId="Windows Live" clId="Web-{CD583F2B-0F55-FDA9-6304-5C0D40DDC8AA}" dt="2025-12-01T02:19:53.109" v="130" actId="20577"/>
        <pc:sldMkLst>
          <pc:docMk/>
          <pc:sldMk cId="2740153792" sldId="264"/>
        </pc:sldMkLst>
        <pc:spChg chg="mod">
          <ac:chgData name="Ramesh reddy" userId="181b763867612699" providerId="Windows Live" clId="Web-{CD583F2B-0F55-FDA9-6304-5C0D40DDC8AA}" dt="2025-12-01T02:19:53.109" v="130" actId="20577"/>
          <ac:spMkLst>
            <pc:docMk/>
            <pc:sldMk cId="2740153792" sldId="264"/>
            <ac:spMk id="2" creationId="{A832495E-6086-A394-7863-5A8D581018F3}"/>
          </ac:spMkLst>
        </pc:spChg>
      </pc:sldChg>
      <pc:sldChg chg="modSp add ord">
        <pc:chgData name="Ramesh reddy" userId="181b763867612699" providerId="Windows Live" clId="Web-{CD583F2B-0F55-FDA9-6304-5C0D40DDC8AA}" dt="2025-12-01T02:13:14.743" v="15" actId="20577"/>
        <pc:sldMkLst>
          <pc:docMk/>
          <pc:sldMk cId="1400126624" sldId="285"/>
        </pc:sldMkLst>
        <pc:spChg chg="mod">
          <ac:chgData name="Ramesh reddy" userId="181b763867612699" providerId="Windows Live" clId="Web-{CD583F2B-0F55-FDA9-6304-5C0D40DDC8AA}" dt="2025-12-01T02:13:14.743" v="15" actId="20577"/>
          <ac:spMkLst>
            <pc:docMk/>
            <pc:sldMk cId="1400126624" sldId="285"/>
            <ac:spMk id="62" creationId="{00000000-0000-0000-0000-000000000000}"/>
          </ac:spMkLst>
        </pc:spChg>
      </pc:sldChg>
      <pc:sldChg chg="addSp delSp modSp add">
        <pc:chgData name="Ramesh reddy" userId="181b763867612699" providerId="Windows Live" clId="Web-{CD583F2B-0F55-FDA9-6304-5C0D40DDC8AA}" dt="2025-12-01T02:15:09.355" v="122" actId="1076"/>
        <pc:sldMkLst>
          <pc:docMk/>
          <pc:sldMk cId="1450685460" sldId="286"/>
        </pc:sldMkLst>
        <pc:spChg chg="add mod">
          <ac:chgData name="Ramesh reddy" userId="181b763867612699" providerId="Windows Live" clId="Web-{CD583F2B-0F55-FDA9-6304-5C0D40DDC8AA}" dt="2025-12-01T02:15:09.355" v="122" actId="1076"/>
          <ac:spMkLst>
            <pc:docMk/>
            <pc:sldMk cId="1450685460" sldId="286"/>
            <ac:spMk id="3" creationId="{49781358-64FE-5AC7-FE67-9DC6E55A28ED}"/>
          </ac:spMkLst>
        </pc:spChg>
        <pc:spChg chg="mod">
          <ac:chgData name="Ramesh reddy" userId="181b763867612699" providerId="Windows Live" clId="Web-{CD583F2B-0F55-FDA9-6304-5C0D40DDC8AA}" dt="2025-12-01T02:15:01.230" v="120" actId="20577"/>
          <ac:spMkLst>
            <pc:docMk/>
            <pc:sldMk cId="1450685460" sldId="286"/>
            <ac:spMk id="61" creationId="{00000000-0000-0000-0000-000000000000}"/>
          </ac:spMkLst>
        </pc:spChg>
      </pc:sldChg>
      <pc:sldMasterChg chg="addSldLayout">
        <pc:chgData name="Ramesh reddy" userId="181b763867612699" providerId="Windows Live" clId="Web-{CD583F2B-0F55-FDA9-6304-5C0D40DDC8AA}" dt="2025-12-01T02:11:12.050" v="0"/>
        <pc:sldMasterMkLst>
          <pc:docMk/>
          <pc:sldMasterMk cId="2460954070" sldId="2147483660"/>
        </pc:sldMasterMkLst>
        <pc:sldLayoutChg chg="add">
          <pc:chgData name="Ramesh reddy" userId="181b763867612699" providerId="Windows Live" clId="Web-{CD583F2B-0F55-FDA9-6304-5C0D40DDC8AA}" dt="2025-12-01T02:11:12.050" v="0"/>
          <pc:sldLayoutMkLst>
            <pc:docMk/>
            <pc:sldMasterMk cId="2460954070" sldId="2147483660"/>
            <pc:sldLayoutMk cId="1930099956" sldId="2147483672"/>
          </pc:sldLayoutMkLst>
        </pc:sldLayoutChg>
      </pc:sldMasterChg>
    </pc:docChg>
  </pc:docChgLst>
  <pc:docChgLst>
    <pc:chgData name="Ramesh reddy" userId="181b763867612699" providerId="Windows Live" clId="Web-{BBC93B6E-228B-6304-3ED9-22A2AA24AB72}"/>
    <pc:docChg chg="addSld delSld modSld">
      <pc:chgData name="Ramesh reddy" userId="181b763867612699" providerId="Windows Live" clId="Web-{BBC93B6E-228B-6304-3ED9-22A2AA24AB72}" dt="2025-11-26T06:25:50.623" v="388" actId="20577"/>
      <pc:docMkLst>
        <pc:docMk/>
      </pc:docMkLst>
      <pc:sldChg chg="addSp delSp modSp">
        <pc:chgData name="Ramesh reddy" userId="181b763867612699" providerId="Windows Live" clId="Web-{BBC93B6E-228B-6304-3ED9-22A2AA24AB72}" dt="2025-11-26T05:38:32.410" v="2"/>
        <pc:sldMkLst>
          <pc:docMk/>
          <pc:sldMk cId="1499209638" sldId="259"/>
        </pc:sldMkLst>
        <pc:spChg chg="mod">
          <ac:chgData name="Ramesh reddy" userId="181b763867612699" providerId="Windows Live" clId="Web-{BBC93B6E-228B-6304-3ED9-22A2AA24AB72}" dt="2025-11-26T05:38:32.410" v="2"/>
          <ac:spMkLst>
            <pc:docMk/>
            <pc:sldMk cId="1499209638" sldId="259"/>
            <ac:spMk id="2" creationId="{20A06B31-4F05-9213-0DA5-A161CB0861EA}"/>
          </ac:spMkLst>
        </pc:spChg>
        <pc:spChg chg="add">
          <ac:chgData name="Ramesh reddy" userId="181b763867612699" providerId="Windows Live" clId="Web-{BBC93B6E-228B-6304-3ED9-22A2AA24AB72}" dt="2025-11-26T05:38:32.410" v="2"/>
          <ac:spMkLst>
            <pc:docMk/>
            <pc:sldMk cId="1499209638" sldId="259"/>
            <ac:spMk id="69" creationId="{6C4028FD-8BAA-4A19-BFDE-594D991B7552}"/>
          </ac:spMkLst>
        </pc:spChg>
        <pc:graphicFrameChg chg="mod modGraphic">
          <ac:chgData name="Ramesh reddy" userId="181b763867612699" providerId="Windows Live" clId="Web-{BBC93B6E-228B-6304-3ED9-22A2AA24AB72}" dt="2025-11-26T05:38:32.410" v="2"/>
          <ac:graphicFrameMkLst>
            <pc:docMk/>
            <pc:sldMk cId="1499209638" sldId="259"/>
            <ac:graphicFrameMk id="63" creationId="{3D04934C-B168-E073-D94C-E7D9EB069A41}"/>
          </ac:graphicFrameMkLst>
        </pc:graphicFrameChg>
      </pc:sldChg>
      <pc:sldChg chg="addSp delSp modSp">
        <pc:chgData name="Ramesh reddy" userId="181b763867612699" providerId="Windows Live" clId="Web-{BBC93B6E-228B-6304-3ED9-22A2AA24AB72}" dt="2025-11-26T06:25:50.623" v="388" actId="20577"/>
        <pc:sldMkLst>
          <pc:docMk/>
          <pc:sldMk cId="2048066335" sldId="268"/>
        </pc:sldMkLst>
        <pc:spChg chg="mod">
          <ac:chgData name="Ramesh reddy" userId="181b763867612699" providerId="Windows Live" clId="Web-{BBC93B6E-228B-6304-3ED9-22A2AA24AB72}" dt="2025-11-26T06:25:16.559" v="387" actId="1076"/>
          <ac:spMkLst>
            <pc:docMk/>
            <pc:sldMk cId="2048066335" sldId="268"/>
            <ac:spMk id="2" creationId="{8F1D6136-C663-AB24-20BB-060A58F73AFC}"/>
          </ac:spMkLst>
        </pc:spChg>
        <pc:spChg chg="add mod">
          <ac:chgData name="Ramesh reddy" userId="181b763867612699" providerId="Windows Live" clId="Web-{BBC93B6E-228B-6304-3ED9-22A2AA24AB72}" dt="2025-11-26T06:25:50.623" v="388" actId="20577"/>
          <ac:spMkLst>
            <pc:docMk/>
            <pc:sldMk cId="2048066335" sldId="268"/>
            <ac:spMk id="9" creationId="{ECE14202-B5B7-0281-646F-F4B557D34B70}"/>
          </ac:spMkLst>
        </pc:spChg>
        <pc:spChg chg="add">
          <ac:chgData name="Ramesh reddy" userId="181b763867612699" providerId="Windows Live" clId="Web-{BBC93B6E-228B-6304-3ED9-22A2AA24AB72}" dt="2025-11-26T06:21:09.557" v="348"/>
          <ac:spMkLst>
            <pc:docMk/>
            <pc:sldMk cId="2048066335" sldId="268"/>
            <ac:spMk id="59" creationId="{4AC6B390-BC59-4F1D-A0EE-D71A92F0A0B2}"/>
          </ac:spMkLst>
        </pc:spChg>
        <pc:spChg chg="add">
          <ac:chgData name="Ramesh reddy" userId="181b763867612699" providerId="Windows Live" clId="Web-{BBC93B6E-228B-6304-3ED9-22A2AA24AB72}" dt="2025-11-26T06:21:09.557" v="348"/>
          <ac:spMkLst>
            <pc:docMk/>
            <pc:sldMk cId="2048066335" sldId="268"/>
            <ac:spMk id="60" creationId="{B6C60D79-16F1-4C4B-B7E3-7634E7069CDE}"/>
          </ac:spMkLst>
        </pc:spChg>
        <pc:picChg chg="add mod ord">
          <ac:chgData name="Ramesh reddy" userId="181b763867612699" providerId="Windows Live" clId="Web-{BBC93B6E-228B-6304-3ED9-22A2AA24AB72}" dt="2025-11-26T06:24:23.666" v="378" actId="1076"/>
          <ac:picMkLst>
            <pc:docMk/>
            <pc:sldMk cId="2048066335" sldId="268"/>
            <ac:picMk id="12" creationId="{900F2CB2-A0A6-65F1-C928-DE307C59CFC8}"/>
          </ac:picMkLst>
        </pc:picChg>
      </pc:sldChg>
      <pc:sldChg chg="modSp">
        <pc:chgData name="Ramesh reddy" userId="181b763867612699" providerId="Windows Live" clId="Web-{BBC93B6E-228B-6304-3ED9-22A2AA24AB72}" dt="2025-11-26T05:39:57.820" v="8" actId="20577"/>
        <pc:sldMkLst>
          <pc:docMk/>
          <pc:sldMk cId="1211547902" sldId="278"/>
        </pc:sldMkLst>
        <pc:spChg chg="mod">
          <ac:chgData name="Ramesh reddy" userId="181b763867612699" providerId="Windows Live" clId="Web-{BBC93B6E-228B-6304-3ED9-22A2AA24AB72}" dt="2025-11-26T05:39:57.820" v="8" actId="20577"/>
          <ac:spMkLst>
            <pc:docMk/>
            <pc:sldMk cId="1211547902" sldId="278"/>
            <ac:spMk id="3" creationId="{E2961508-9501-9EAF-D3B9-EE3B5FE54BA7}"/>
          </ac:spMkLst>
        </pc:spChg>
      </pc:sldChg>
      <pc:sldChg chg="addSp delSp modSp new mod setBg modClrScheme chgLayout">
        <pc:chgData name="Ramesh reddy" userId="181b763867612699" providerId="Windows Live" clId="Web-{BBC93B6E-228B-6304-3ED9-22A2AA24AB72}" dt="2025-11-26T05:52:33.697" v="116" actId="20577"/>
        <pc:sldMkLst>
          <pc:docMk/>
          <pc:sldMk cId="2562384706" sldId="280"/>
        </pc:sldMkLst>
        <pc:spChg chg="mod ord">
          <ac:chgData name="Ramesh reddy" userId="181b763867612699" providerId="Windows Live" clId="Web-{BBC93B6E-228B-6304-3ED9-22A2AA24AB72}" dt="2025-11-26T05:41:40.572" v="19"/>
          <ac:spMkLst>
            <pc:docMk/>
            <pc:sldMk cId="2562384706" sldId="280"/>
            <ac:spMk id="2" creationId="{7126CF4C-074A-4DEE-F212-1612971417A9}"/>
          </ac:spMkLst>
        </pc:spChg>
        <pc:spChg chg="mod ord">
          <ac:chgData name="Ramesh reddy" userId="181b763867612699" providerId="Windows Live" clId="Web-{BBC93B6E-228B-6304-3ED9-22A2AA24AB72}" dt="2025-11-26T05:52:33.697" v="116" actId="20577"/>
          <ac:spMkLst>
            <pc:docMk/>
            <pc:sldMk cId="2562384706" sldId="280"/>
            <ac:spMk id="3" creationId="{60FBDEA8-7C92-EF13-53A7-971ACB0DA964}"/>
          </ac:spMkLst>
        </pc:spChg>
        <pc:spChg chg="add">
          <ac:chgData name="Ramesh reddy" userId="181b763867612699" providerId="Windows Live" clId="Web-{BBC93B6E-228B-6304-3ED9-22A2AA24AB72}" dt="2025-11-26T05:41:40.572" v="19"/>
          <ac:spMkLst>
            <pc:docMk/>
            <pc:sldMk cId="2562384706" sldId="280"/>
            <ac:spMk id="8" creationId="{B6CDA21F-E7AF-4C75-8395-33F58D5B0E45}"/>
          </ac:spMkLst>
        </pc:spChg>
        <pc:spChg chg="add">
          <ac:chgData name="Ramesh reddy" userId="181b763867612699" providerId="Windows Live" clId="Web-{BBC93B6E-228B-6304-3ED9-22A2AA24AB72}" dt="2025-11-26T05:41:40.572" v="19"/>
          <ac:spMkLst>
            <pc:docMk/>
            <pc:sldMk cId="2562384706" sldId="280"/>
            <ac:spMk id="15" creationId="{D5B0017B-2ECA-49AF-B397-DC140825DF8D}"/>
          </ac:spMkLst>
        </pc:spChg>
        <pc:grpChg chg="add">
          <ac:chgData name="Ramesh reddy" userId="181b763867612699" providerId="Windows Live" clId="Web-{BBC93B6E-228B-6304-3ED9-22A2AA24AB72}" dt="2025-11-26T05:41:40.572" v="19"/>
          <ac:grpSpMkLst>
            <pc:docMk/>
            <pc:sldMk cId="2562384706" sldId="280"/>
            <ac:grpSpMk id="10" creationId="{AE1C45F0-260A-458C-96ED-C1F6D2151219}"/>
          </ac:grpSpMkLst>
        </pc:grpChg>
        <pc:cxnChg chg="add">
          <ac:chgData name="Ramesh reddy" userId="181b763867612699" providerId="Windows Live" clId="Web-{BBC93B6E-228B-6304-3ED9-22A2AA24AB72}" dt="2025-11-26T05:41:40.572" v="19"/>
          <ac:cxnSpMkLst>
            <pc:docMk/>
            <pc:sldMk cId="2562384706" sldId="280"/>
            <ac:cxnSpMk id="17" creationId="{6CF1BAF6-AD41-4082-B212-8A1F9A2E8779}"/>
          </ac:cxnSpMkLst>
        </pc:cxnChg>
      </pc:sldChg>
      <pc:sldChg chg="addSp delSp modSp new mod setBg">
        <pc:chgData name="Ramesh reddy" userId="181b763867612699" providerId="Windows Live" clId="Web-{BBC93B6E-228B-6304-3ED9-22A2AA24AB72}" dt="2025-11-26T05:52:09.524" v="114" actId="20577"/>
        <pc:sldMkLst>
          <pc:docMk/>
          <pc:sldMk cId="2021976972" sldId="281"/>
        </pc:sldMkLst>
        <pc:spChg chg="mod">
          <ac:chgData name="Ramesh reddy" userId="181b763867612699" providerId="Windows Live" clId="Web-{BBC93B6E-228B-6304-3ED9-22A2AA24AB72}" dt="2025-11-26T05:46:04.481" v="50" actId="20577"/>
          <ac:spMkLst>
            <pc:docMk/>
            <pc:sldMk cId="2021976972" sldId="281"/>
            <ac:spMk id="2" creationId="{CBAFA6A3-B3C3-08EE-C8EC-5CC8225C7D8B}"/>
          </ac:spMkLst>
        </pc:spChg>
        <pc:spChg chg="mod">
          <ac:chgData name="Ramesh reddy" userId="181b763867612699" providerId="Windows Live" clId="Web-{BBC93B6E-228B-6304-3ED9-22A2AA24AB72}" dt="2025-11-26T05:52:09.524" v="114" actId="20577"/>
          <ac:spMkLst>
            <pc:docMk/>
            <pc:sldMk cId="2021976972" sldId="281"/>
            <ac:spMk id="3" creationId="{960EE1A8-4226-8193-AE4D-6382DF92F5FD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8" creationId="{09588DA8-065E-4F6F-8EFD-43104AB2E0CF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10" creationId="{C4285719-470E-454C-AF62-8323075F1F5B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12" creationId="{CD9FE4EF-C4D8-49A0-B2FF-81D8DB7D8A24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14" creationId="{4300840D-0A0B-4512-BACA-B439D5B9C57C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16" creationId="{D2B78728-A580-49A7-84F9-6EF6F583ADE0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18" creationId="{38FAA1A1-D861-433F-88FA-1E9D6FD31D11}"/>
          </ac:spMkLst>
        </pc:spChg>
        <pc:spChg chg="add">
          <ac:chgData name="Ramesh reddy" userId="181b763867612699" providerId="Windows Live" clId="Web-{BBC93B6E-228B-6304-3ED9-22A2AA24AB72}" dt="2025-11-26T05:44:52.012" v="45"/>
          <ac:spMkLst>
            <pc:docMk/>
            <pc:sldMk cId="2021976972" sldId="281"/>
            <ac:spMk id="20" creationId="{8D71EDA1-87BF-4D5D-AB79-F346FD19278A}"/>
          </ac:spMkLst>
        </pc:spChg>
      </pc:sldChg>
      <pc:sldChg chg="addSp modSp new mod setBg">
        <pc:chgData name="Ramesh reddy" userId="181b763867612699" providerId="Windows Live" clId="Web-{BBC93B6E-228B-6304-3ED9-22A2AA24AB72}" dt="2025-11-26T05:55:07.168" v="143" actId="14100"/>
        <pc:sldMkLst>
          <pc:docMk/>
          <pc:sldMk cId="801365234" sldId="282"/>
        </pc:sldMkLst>
        <pc:spChg chg="mo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2" creationId="{AB08CF28-07B2-7F02-BBF6-13A9E89F02EE}"/>
          </ac:spMkLst>
        </pc:spChg>
        <pc:spChg chg="mod">
          <ac:chgData name="Ramesh reddy" userId="181b763867612699" providerId="Windows Live" clId="Web-{BBC93B6E-228B-6304-3ED9-22A2AA24AB72}" dt="2025-11-26T05:55:07.168" v="143" actId="14100"/>
          <ac:spMkLst>
            <pc:docMk/>
            <pc:sldMk cId="801365234" sldId="282"/>
            <ac:spMk id="3" creationId="{8F6179AC-4B4C-EB47-00FC-3AFDE21F6F50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8" creationId="{09588DA8-065E-4F6F-8EFD-43104AB2E0CF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10" creationId="{C4285719-470E-454C-AF62-8323075F1F5B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12" creationId="{CD9FE4EF-C4D8-49A0-B2FF-81D8DB7D8A24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14" creationId="{4300840D-0A0B-4512-BACA-B439D5B9C57C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16" creationId="{D2B78728-A580-49A7-84F9-6EF6F583ADE0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18" creationId="{38FAA1A1-D861-433F-88FA-1E9D6FD31D11}"/>
          </ac:spMkLst>
        </pc:spChg>
        <pc:spChg chg="add">
          <ac:chgData name="Ramesh reddy" userId="181b763867612699" providerId="Windows Live" clId="Web-{BBC93B6E-228B-6304-3ED9-22A2AA24AB72}" dt="2025-11-26T05:54:00.167" v="128"/>
          <ac:spMkLst>
            <pc:docMk/>
            <pc:sldMk cId="801365234" sldId="282"/>
            <ac:spMk id="20" creationId="{8D71EDA1-87BF-4D5D-AB79-F346FD19278A}"/>
          </ac:spMkLst>
        </pc:spChg>
      </pc:sldChg>
    </pc:docChg>
  </pc:docChgLst>
  <pc:docChgLst>
    <pc:chgData name="Ramesh reddy" userId="181b763867612699" providerId="Windows Live" clId="Web-{BAA04491-8AA0-F869-8398-97CE7D159172}"/>
    <pc:docChg chg="modSld">
      <pc:chgData name="Ramesh reddy" userId="181b763867612699" providerId="Windows Live" clId="Web-{BAA04491-8AA0-F869-8398-97CE7D159172}" dt="2025-11-27T04:04:03.924" v="5" actId="20577"/>
      <pc:docMkLst>
        <pc:docMk/>
      </pc:docMkLst>
      <pc:sldChg chg="modSp">
        <pc:chgData name="Ramesh reddy" userId="181b763867612699" providerId="Windows Live" clId="Web-{BAA04491-8AA0-F869-8398-97CE7D159172}" dt="2025-11-27T04:04:03.924" v="5" actId="20577"/>
        <pc:sldMkLst>
          <pc:docMk/>
          <pc:sldMk cId="109857222" sldId="256"/>
        </pc:sldMkLst>
        <pc:spChg chg="mod">
          <ac:chgData name="Ramesh reddy" userId="181b763867612699" providerId="Windows Live" clId="Web-{BAA04491-8AA0-F869-8398-97CE7D159172}" dt="2025-11-27T04:04:03.924" v="5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Ramesh reddy" userId="181b763867612699" providerId="Windows Live" clId="Web-{49B17CF4-9AC0-2109-A839-0C93DD719CBA}"/>
    <pc:docChg chg="addSld modSld">
      <pc:chgData name="Ramesh reddy" userId="181b763867612699" providerId="Windows Live" clId="Web-{49B17CF4-9AC0-2109-A839-0C93DD719CBA}" dt="2025-11-26T04:00:06.842" v="346"/>
      <pc:docMkLst>
        <pc:docMk/>
      </pc:docMkLst>
      <pc:sldChg chg="addSp delSp modSp mod setBg">
        <pc:chgData name="Ramesh reddy" userId="181b763867612699" providerId="Windows Live" clId="Web-{49B17CF4-9AC0-2109-A839-0C93DD719CBA}" dt="2025-11-26T04:00:06.842" v="346"/>
        <pc:sldMkLst>
          <pc:docMk/>
          <pc:sldMk cId="109857222" sldId="256"/>
        </pc:sldMkLst>
        <pc:spChg chg="mo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3" creationId="{6F5A5072-7B47-4D32-B52A-4EBBF590B8A5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4" creationId="{9715DAF0-AE1B-46C9-8A6B-DB2AA05AB91D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5" creationId="{6016219D-510E-4184-9090-6D5578A87BD1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6" creationId="{AFF4A713-7B75-4B21-90D7-5AB19547C728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7" creationId="{DC631C0B-6DA6-4E57-8231-CE32B3434A7E}"/>
          </ac:spMkLst>
        </pc:spChg>
        <pc:spChg chg="add">
          <ac:chgData name="Ramesh reddy" userId="181b763867612699" providerId="Windows Live" clId="Web-{49B17CF4-9AC0-2109-A839-0C93DD719CBA}" dt="2025-11-26T04:00:06.842" v="346"/>
          <ac:spMkLst>
            <pc:docMk/>
            <pc:sldMk cId="109857222" sldId="256"/>
            <ac:spMk id="58" creationId="{C29501E6-A978-4A61-9689-9085AF97A53A}"/>
          </ac:spMkLst>
        </pc:spChg>
      </pc:sldChg>
      <pc:sldChg chg="modNotes">
        <pc:chgData name="Ramesh reddy" userId="181b763867612699" providerId="Windows Live" clId="Web-{49B17CF4-9AC0-2109-A839-0C93DD719CBA}" dt="2025-11-26T03:18:51.010" v="1"/>
        <pc:sldMkLst>
          <pc:docMk/>
          <pc:sldMk cId="861679582" sldId="257"/>
        </pc:sldMkLst>
      </pc:sldChg>
      <pc:sldChg chg="add">
        <pc:chgData name="Ramesh reddy" userId="181b763867612699" providerId="Windows Live" clId="Web-{49B17CF4-9AC0-2109-A839-0C93DD719CBA}" dt="2025-11-26T03:37:26.518" v="170"/>
        <pc:sldMkLst>
          <pc:docMk/>
          <pc:sldMk cId="2524086675" sldId="261"/>
        </pc:sldMkLst>
      </pc:sldChg>
      <pc:sldChg chg="add">
        <pc:chgData name="Ramesh reddy" userId="181b763867612699" providerId="Windows Live" clId="Web-{49B17CF4-9AC0-2109-A839-0C93DD719CBA}" dt="2025-11-26T03:37:26.564" v="171"/>
        <pc:sldMkLst>
          <pc:docMk/>
          <pc:sldMk cId="2261634288" sldId="262"/>
        </pc:sldMkLst>
      </pc:sldChg>
      <pc:sldChg chg="addSp delSp modSp">
        <pc:chgData name="Ramesh reddy" userId="181b763867612699" providerId="Windows Live" clId="Web-{49B17CF4-9AC0-2109-A839-0C93DD719CBA}" dt="2025-11-26T03:21:53.792" v="31" actId="14100"/>
        <pc:sldMkLst>
          <pc:docMk/>
          <pc:sldMk cId="2740153792" sldId="264"/>
        </pc:sldMkLst>
        <pc:spChg chg="mod">
          <ac:chgData name="Ramesh reddy" userId="181b763867612699" providerId="Windows Live" clId="Web-{49B17CF4-9AC0-2109-A839-0C93DD719CBA}" dt="2025-11-26T03:20:43.213" v="7" actId="1076"/>
          <ac:spMkLst>
            <pc:docMk/>
            <pc:sldMk cId="2740153792" sldId="264"/>
            <ac:spMk id="2" creationId="{A832495E-6086-A394-7863-5A8D581018F3}"/>
          </ac:spMkLst>
        </pc:spChg>
        <pc:spChg chg="mod">
          <ac:chgData name="Ramesh reddy" userId="181b763867612699" providerId="Windows Live" clId="Web-{49B17CF4-9AC0-2109-A839-0C93DD719CBA}" dt="2025-11-26T03:21:53.792" v="31" actId="14100"/>
          <ac:spMkLst>
            <pc:docMk/>
            <pc:sldMk cId="2740153792" sldId="264"/>
            <ac:spMk id="3" creationId="{FC59ABA4-2D2F-C5CC-5E41-DA6A95345375}"/>
          </ac:spMkLst>
        </pc:spChg>
        <pc:spChg chg="add">
          <ac:chgData name="Ramesh reddy" userId="181b763867612699" providerId="Windows Live" clId="Web-{49B17CF4-9AC0-2109-A839-0C93DD719CBA}" dt="2025-11-26T03:20:15.775" v="2"/>
          <ac:spMkLst>
            <pc:docMk/>
            <pc:sldMk cId="2740153792" sldId="264"/>
            <ac:spMk id="41" creationId="{7FF47CB7-972F-479F-A36D-9E72D26EC8DA}"/>
          </ac:spMkLst>
        </pc:spChg>
        <pc:spChg chg="add">
          <ac:chgData name="Ramesh reddy" userId="181b763867612699" providerId="Windows Live" clId="Web-{49B17CF4-9AC0-2109-A839-0C93DD719CBA}" dt="2025-11-26T03:20:15.775" v="2"/>
          <ac:spMkLst>
            <pc:docMk/>
            <pc:sldMk cId="2740153792" sldId="264"/>
            <ac:spMk id="43" creationId="{0D153B68-5844-490D-8E67-F616D6D721CA}"/>
          </ac:spMkLst>
        </pc:spChg>
        <pc:spChg chg="add">
          <ac:chgData name="Ramesh reddy" userId="181b763867612699" providerId="Windows Live" clId="Web-{49B17CF4-9AC0-2109-A839-0C93DD719CBA}" dt="2025-11-26T03:20:15.775" v="2"/>
          <ac:spMkLst>
            <pc:docMk/>
            <pc:sldMk cId="2740153792" sldId="264"/>
            <ac:spMk id="45" creationId="{9A0D773F-7A7D-4DBB-9DEA-86BB8B8F4BC8}"/>
          </ac:spMkLst>
        </pc:spChg>
        <pc:graphicFrameChg chg="mod modGraphic">
          <ac:chgData name="Ramesh reddy" userId="181b763867612699" providerId="Windows Live" clId="Web-{49B17CF4-9AC0-2109-A839-0C93DD719CBA}" dt="2025-11-26T03:21:40.105" v="30"/>
          <ac:graphicFrameMkLst>
            <pc:docMk/>
            <pc:sldMk cId="2740153792" sldId="264"/>
            <ac:graphicFrameMk id="5" creationId="{3E2700EC-3782-84CD-50D1-2D4B90443885}"/>
          </ac:graphicFrameMkLst>
        </pc:graphicFrameChg>
      </pc:sldChg>
      <pc:sldChg chg="addSp delSp modSp">
        <pc:chgData name="Ramesh reddy" userId="181b763867612699" providerId="Windows Live" clId="Web-{49B17CF4-9AC0-2109-A839-0C93DD719CBA}" dt="2025-11-26T03:33:56.079" v="159"/>
        <pc:sldMkLst>
          <pc:docMk/>
          <pc:sldMk cId="200288793" sldId="265"/>
        </pc:sldMkLst>
        <pc:spChg chg="mod">
          <ac:chgData name="Ramesh reddy" userId="181b763867612699" providerId="Windows Live" clId="Web-{49B17CF4-9AC0-2109-A839-0C93DD719CBA}" dt="2025-11-26T03:32:23.454" v="157" actId="1076"/>
          <ac:spMkLst>
            <pc:docMk/>
            <pc:sldMk cId="200288793" sldId="265"/>
            <ac:spMk id="2" creationId="{36E69612-B514-5DA1-DDA4-66B8DFF20294}"/>
          </ac:spMkLst>
        </pc:spChg>
        <pc:spChg chg="mod">
          <ac:chgData name="Ramesh reddy" userId="181b763867612699" providerId="Windows Live" clId="Web-{49B17CF4-9AC0-2109-A839-0C93DD719CBA}" dt="2025-11-26T03:29:22.969" v="40" actId="1076"/>
          <ac:spMkLst>
            <pc:docMk/>
            <pc:sldMk cId="200288793" sldId="265"/>
            <ac:spMk id="5" creationId="{BEB38128-1807-70BB-EFC6-100A7DD2B7D2}"/>
          </ac:spMkLst>
        </pc:spChg>
        <pc:spChg chg="add">
          <ac:chgData name="Ramesh reddy" userId="181b763867612699" providerId="Windows Live" clId="Web-{49B17CF4-9AC0-2109-A839-0C93DD719CBA}" dt="2025-11-26T03:27:59.156" v="34"/>
          <ac:spMkLst>
            <pc:docMk/>
            <pc:sldMk cId="200288793" sldId="265"/>
            <ac:spMk id="35" creationId="{058A14AF-9FB5-4CC7-BA35-E8E85D3EDF0E}"/>
          </ac:spMkLst>
        </pc:spChg>
        <pc:spChg chg="add">
          <ac:chgData name="Ramesh reddy" userId="181b763867612699" providerId="Windows Live" clId="Web-{49B17CF4-9AC0-2109-A839-0C93DD719CBA}" dt="2025-11-26T03:27:59.156" v="34"/>
          <ac:spMkLst>
            <pc:docMk/>
            <pc:sldMk cId="200288793" sldId="265"/>
            <ac:spMk id="37" creationId="{E659831F-0D9A-4C63-9EBB-8435B85A440F}"/>
          </ac:spMkLst>
        </pc:spChg>
        <pc:graphicFrameChg chg="mod modGraphic">
          <ac:chgData name="Ramesh reddy" userId="181b763867612699" providerId="Windows Live" clId="Web-{49B17CF4-9AC0-2109-A839-0C93DD719CBA}" dt="2025-11-26T03:33:56.079" v="159"/>
          <ac:graphicFrameMkLst>
            <pc:docMk/>
            <pc:sldMk cId="200288793" sldId="265"/>
            <ac:graphicFrameMk id="4" creationId="{30FC6D26-E948-2FD0-A01B-08C90B42CAE5}"/>
          </ac:graphicFrameMkLst>
        </pc:graphicFrameChg>
      </pc:sldChg>
      <pc:sldChg chg="add">
        <pc:chgData name="Ramesh reddy" userId="181b763867612699" providerId="Windows Live" clId="Web-{49B17CF4-9AC0-2109-A839-0C93DD719CBA}" dt="2025-11-26T03:37:25.596" v="160"/>
        <pc:sldMkLst>
          <pc:docMk/>
          <pc:sldMk cId="484460860" sldId="266"/>
        </pc:sldMkLst>
      </pc:sldChg>
      <pc:sldChg chg="add">
        <pc:chgData name="Ramesh reddy" userId="181b763867612699" providerId="Windows Live" clId="Web-{49B17CF4-9AC0-2109-A839-0C93DD719CBA}" dt="2025-11-26T03:37:25.627" v="161"/>
        <pc:sldMkLst>
          <pc:docMk/>
          <pc:sldMk cId="3299502632" sldId="267"/>
        </pc:sldMkLst>
      </pc:sldChg>
      <pc:sldChg chg="add">
        <pc:chgData name="Ramesh reddy" userId="181b763867612699" providerId="Windows Live" clId="Web-{49B17CF4-9AC0-2109-A839-0C93DD719CBA}" dt="2025-11-26T03:37:25.689" v="162"/>
        <pc:sldMkLst>
          <pc:docMk/>
          <pc:sldMk cId="2048066335" sldId="268"/>
        </pc:sldMkLst>
      </pc:sldChg>
      <pc:sldChg chg="add">
        <pc:chgData name="Ramesh reddy" userId="181b763867612699" providerId="Windows Live" clId="Web-{49B17CF4-9AC0-2109-A839-0C93DD719CBA}" dt="2025-11-26T03:37:26.299" v="164"/>
        <pc:sldMkLst>
          <pc:docMk/>
          <pc:sldMk cId="1358257332" sldId="270"/>
        </pc:sldMkLst>
      </pc:sldChg>
      <pc:sldChg chg="add">
        <pc:chgData name="Ramesh reddy" userId="181b763867612699" providerId="Windows Live" clId="Web-{49B17CF4-9AC0-2109-A839-0C93DD719CBA}" dt="2025-11-26T03:37:26.346" v="165"/>
        <pc:sldMkLst>
          <pc:docMk/>
          <pc:sldMk cId="4242460233" sldId="271"/>
        </pc:sldMkLst>
      </pc:sldChg>
      <pc:sldChg chg="add">
        <pc:chgData name="Ramesh reddy" userId="181b763867612699" providerId="Windows Live" clId="Web-{49B17CF4-9AC0-2109-A839-0C93DD719CBA}" dt="2025-11-26T03:37:26.377" v="166"/>
        <pc:sldMkLst>
          <pc:docMk/>
          <pc:sldMk cId="1212015818" sldId="272"/>
        </pc:sldMkLst>
      </pc:sldChg>
      <pc:sldChg chg="add">
        <pc:chgData name="Ramesh reddy" userId="181b763867612699" providerId="Windows Live" clId="Web-{49B17CF4-9AC0-2109-A839-0C93DD719CBA}" dt="2025-11-26T03:37:26.408" v="167"/>
        <pc:sldMkLst>
          <pc:docMk/>
          <pc:sldMk cId="1620320447" sldId="273"/>
        </pc:sldMkLst>
      </pc:sldChg>
      <pc:sldChg chg="add">
        <pc:chgData name="Ramesh reddy" userId="181b763867612699" providerId="Windows Live" clId="Web-{49B17CF4-9AC0-2109-A839-0C93DD719CBA}" dt="2025-11-26T03:37:26.439" v="168"/>
        <pc:sldMkLst>
          <pc:docMk/>
          <pc:sldMk cId="2026244826" sldId="274"/>
        </pc:sldMkLst>
      </pc:sldChg>
      <pc:sldChg chg="add">
        <pc:chgData name="Ramesh reddy" userId="181b763867612699" providerId="Windows Live" clId="Web-{49B17CF4-9AC0-2109-A839-0C93DD719CBA}" dt="2025-11-26T03:37:26.471" v="169"/>
        <pc:sldMkLst>
          <pc:docMk/>
          <pc:sldMk cId="552800314" sldId="275"/>
        </pc:sldMkLst>
      </pc:sldChg>
      <pc:sldChg chg="add">
        <pc:chgData name="Ramesh reddy" userId="181b763867612699" providerId="Windows Live" clId="Web-{49B17CF4-9AC0-2109-A839-0C93DD719CBA}" dt="2025-11-26T03:37:26.580" v="172"/>
        <pc:sldMkLst>
          <pc:docMk/>
          <pc:sldMk cId="556681843" sldId="276"/>
        </pc:sldMkLst>
      </pc:sldChg>
      <pc:sldChg chg="addSp delSp modSp new mod setBg modClrScheme chgLayout">
        <pc:chgData name="Ramesh reddy" userId="181b763867612699" providerId="Windows Live" clId="Web-{49B17CF4-9AC0-2109-A839-0C93DD719CBA}" dt="2025-11-26T03:45:50.445" v="241"/>
        <pc:sldMkLst>
          <pc:docMk/>
          <pc:sldMk cId="426390478" sldId="277"/>
        </pc:sldMkLst>
        <pc:spChg chg="mod ord">
          <ac:chgData name="Ramesh reddy" userId="181b763867612699" providerId="Windows Live" clId="Web-{49B17CF4-9AC0-2109-A839-0C93DD719CBA}" dt="2025-11-26T03:45:30.054" v="227"/>
          <ac:spMkLst>
            <pc:docMk/>
            <pc:sldMk cId="426390478" sldId="277"/>
            <ac:spMk id="2" creationId="{BAC6BA22-DC4D-98A4-2E97-45174B746683}"/>
          </ac:spMkLst>
        </pc:spChg>
        <pc:spChg chg="add">
          <ac:chgData name="Ramesh reddy" userId="181b763867612699" providerId="Windows Live" clId="Web-{49B17CF4-9AC0-2109-A839-0C93DD719CBA}" dt="2025-11-26T03:45:30.054" v="227"/>
          <ac:spMkLst>
            <pc:docMk/>
            <pc:sldMk cId="426390478" sldId="277"/>
            <ac:spMk id="10" creationId="{56E9B3E6-E277-4D68-BA48-9CB43FFBD6E2}"/>
          </ac:spMkLst>
        </pc:spChg>
        <pc:spChg chg="add">
          <ac:chgData name="Ramesh reddy" userId="181b763867612699" providerId="Windows Live" clId="Web-{49B17CF4-9AC0-2109-A839-0C93DD719CBA}" dt="2025-11-26T03:45:30.054" v="227"/>
          <ac:spMkLst>
            <pc:docMk/>
            <pc:sldMk cId="426390478" sldId="277"/>
            <ac:spMk id="17" creationId="{D5B0017B-2ECA-49AF-B397-DC140825DF8D}"/>
          </ac:spMkLst>
        </pc:spChg>
        <pc:grpChg chg="add">
          <ac:chgData name="Ramesh reddy" userId="181b763867612699" providerId="Windows Live" clId="Web-{49B17CF4-9AC0-2109-A839-0C93DD719CBA}" dt="2025-11-26T03:45:30.054" v="227"/>
          <ac:grpSpMkLst>
            <pc:docMk/>
            <pc:sldMk cId="426390478" sldId="277"/>
            <ac:grpSpMk id="12" creationId="{AE1C45F0-260A-458C-96ED-C1F6D2151219}"/>
          </ac:grpSpMkLst>
        </pc:grpChg>
        <pc:graphicFrameChg chg="add mod ord modGraphic">
          <ac:chgData name="Ramesh reddy" userId="181b763867612699" providerId="Windows Live" clId="Web-{49B17CF4-9AC0-2109-A839-0C93DD719CBA}" dt="2025-11-26T03:45:50.445" v="241"/>
          <ac:graphicFrameMkLst>
            <pc:docMk/>
            <pc:sldMk cId="426390478" sldId="277"/>
            <ac:graphicFrameMk id="5" creationId="{8A3232B9-1B8D-7C26-1358-47EB30EA08F1}"/>
          </ac:graphicFrameMkLst>
        </pc:graphicFrameChg>
        <pc:cxnChg chg="add">
          <ac:chgData name="Ramesh reddy" userId="181b763867612699" providerId="Windows Live" clId="Web-{49B17CF4-9AC0-2109-A839-0C93DD719CBA}" dt="2025-11-26T03:45:30.054" v="227"/>
          <ac:cxnSpMkLst>
            <pc:docMk/>
            <pc:sldMk cId="426390478" sldId="277"/>
            <ac:cxnSpMk id="19" creationId="{6CF1BAF6-AD41-4082-B212-8A1F9A2E8779}"/>
          </ac:cxnSpMkLst>
        </pc:cxnChg>
      </pc:sldChg>
      <pc:sldChg chg="addSp delSp modSp new">
        <pc:chgData name="Ramesh reddy" userId="181b763867612699" providerId="Windows Live" clId="Web-{49B17CF4-9AC0-2109-A839-0C93DD719CBA}" dt="2025-11-26T03:57:28.809" v="321" actId="20577"/>
        <pc:sldMkLst>
          <pc:docMk/>
          <pc:sldMk cId="1211547902" sldId="278"/>
        </pc:sldMkLst>
        <pc:spChg chg="mod">
          <ac:chgData name="Ramesh reddy" userId="181b763867612699" providerId="Windows Live" clId="Web-{49B17CF4-9AC0-2109-A839-0C93DD719CBA}" dt="2025-11-26T03:57:05.997" v="316" actId="20577"/>
          <ac:spMkLst>
            <pc:docMk/>
            <pc:sldMk cId="1211547902" sldId="278"/>
            <ac:spMk id="2" creationId="{2AA6E2CC-424A-FE06-BBAA-DB91A1C2A36B}"/>
          </ac:spMkLst>
        </pc:spChg>
        <pc:spChg chg="mod">
          <ac:chgData name="Ramesh reddy" userId="181b763867612699" providerId="Windows Live" clId="Web-{49B17CF4-9AC0-2109-A839-0C93DD719CBA}" dt="2025-11-26T03:57:28.809" v="321" actId="20577"/>
          <ac:spMkLst>
            <pc:docMk/>
            <pc:sldMk cId="1211547902" sldId="278"/>
            <ac:spMk id="3" creationId="{E2961508-9501-9EAF-D3B9-EE3B5FE54BA7}"/>
          </ac:spMkLst>
        </pc:spChg>
        <pc:spChg chg="add mod">
          <ac:chgData name="Ramesh reddy" userId="181b763867612699" providerId="Windows Live" clId="Web-{49B17CF4-9AC0-2109-A839-0C93DD719CBA}" dt="2025-11-26T03:56:37.105" v="313" actId="20577"/>
          <ac:spMkLst>
            <pc:docMk/>
            <pc:sldMk cId="1211547902" sldId="278"/>
            <ac:spMk id="5" creationId="{2C0621C6-A40A-DE40-9E70-48E4666DCB36}"/>
          </ac:spMkLst>
        </pc:spChg>
      </pc:sldChg>
      <pc:sldChg chg="addSp modSp new mod setBg">
        <pc:chgData name="Ramesh reddy" userId="181b763867612699" providerId="Windows Live" clId="Web-{49B17CF4-9AC0-2109-A839-0C93DD719CBA}" dt="2025-11-26T03:58:52.529" v="339"/>
        <pc:sldMkLst>
          <pc:docMk/>
          <pc:sldMk cId="3636426890" sldId="279"/>
        </pc:sldMkLst>
        <pc:spChg chg="mod">
          <ac:chgData name="Ramesh reddy" userId="181b763867612699" providerId="Windows Live" clId="Web-{49B17CF4-9AC0-2109-A839-0C93DD719CBA}" dt="2025-11-26T03:58:52.529" v="339"/>
          <ac:spMkLst>
            <pc:docMk/>
            <pc:sldMk cId="3636426890" sldId="279"/>
            <ac:spMk id="2" creationId="{ADBD92AB-BB03-3A45-B74A-DD91437330F0}"/>
          </ac:spMkLst>
        </pc:spChg>
        <pc:spChg chg="mod">
          <ac:chgData name="Ramesh reddy" userId="181b763867612699" providerId="Windows Live" clId="Web-{49B17CF4-9AC0-2109-A839-0C93DD719CBA}" dt="2025-11-26T03:58:52.529" v="339"/>
          <ac:spMkLst>
            <pc:docMk/>
            <pc:sldMk cId="3636426890" sldId="279"/>
            <ac:spMk id="3" creationId="{D1ED0F2E-7A1B-8611-992B-6F2B8B031D08}"/>
          </ac:spMkLst>
        </pc:spChg>
        <pc:spChg chg="add">
          <ac:chgData name="Ramesh reddy" userId="181b763867612699" providerId="Windows Live" clId="Web-{49B17CF4-9AC0-2109-A839-0C93DD719CBA}" dt="2025-11-26T03:58:52.529" v="339"/>
          <ac:spMkLst>
            <pc:docMk/>
            <pc:sldMk cId="3636426890" sldId="279"/>
            <ac:spMk id="9" creationId="{F609FF9A-4FCE-468E-A86A-C9AB525EAE71}"/>
          </ac:spMkLst>
        </pc:spChg>
        <pc:spChg chg="add">
          <ac:chgData name="Ramesh reddy" userId="181b763867612699" providerId="Windows Live" clId="Web-{49B17CF4-9AC0-2109-A839-0C93DD719CBA}" dt="2025-11-26T03:58:52.529" v="339"/>
          <ac:spMkLst>
            <pc:docMk/>
            <pc:sldMk cId="3636426890" sldId="279"/>
            <ac:spMk id="11" creationId="{021E12D4-3A88-428D-8E5E-AF1AFD923D63}"/>
          </ac:spMkLst>
        </pc:spChg>
        <pc:picChg chg="add">
          <ac:chgData name="Ramesh reddy" userId="181b763867612699" providerId="Windows Live" clId="Web-{49B17CF4-9AC0-2109-A839-0C93DD719CBA}" dt="2025-11-26T03:58:52.529" v="339"/>
          <ac:picMkLst>
            <pc:docMk/>
            <pc:sldMk cId="3636426890" sldId="279"/>
            <ac:picMk id="5" creationId="{3D42B590-00F2-8B05-D7E4-D1137A6364E9}"/>
          </ac:picMkLst>
        </pc:picChg>
      </pc:sldChg>
    </pc:docChg>
  </pc:docChgLst>
  <pc:docChgLst>
    <pc:chgData name="Ramesh reddy" userId="181b763867612699" providerId="Windows Live" clId="Web-{2507762F-72AD-F42D-B2CC-E6B60C40680D}"/>
    <pc:docChg chg="addSld modSld sldOrd">
      <pc:chgData name="Ramesh reddy" userId="181b763867612699" providerId="Windows Live" clId="Web-{2507762F-72AD-F42D-B2CC-E6B60C40680D}" dt="2025-11-25T05:47:58.792" v="53"/>
      <pc:docMkLst>
        <pc:docMk/>
      </pc:docMkLst>
      <pc:sldChg chg="addSp delSp modSp new mod setBg">
        <pc:chgData name="Ramesh reddy" userId="181b763867612699" providerId="Windows Live" clId="Web-{2507762F-72AD-F42D-B2CC-E6B60C40680D}" dt="2025-11-25T05:47:33.884" v="52"/>
        <pc:sldMkLst>
          <pc:docMk/>
          <pc:sldMk cId="2740153792" sldId="264"/>
        </pc:sldMkLst>
        <pc:spChg chg="mod">
          <ac:chgData name="Ramesh reddy" userId="181b763867612699" providerId="Windows Live" clId="Web-{2507762F-72AD-F42D-B2CC-E6B60C40680D}" dt="2025-11-25T05:47:33.884" v="52"/>
          <ac:spMkLst>
            <pc:docMk/>
            <pc:sldMk cId="2740153792" sldId="264"/>
            <ac:spMk id="2" creationId="{A832495E-6086-A394-7863-5A8D581018F3}"/>
          </ac:spMkLst>
        </pc:spChg>
        <pc:spChg chg="add mod">
          <ac:chgData name="Ramesh reddy" userId="181b763867612699" providerId="Windows Live" clId="Web-{2507762F-72AD-F42D-B2CC-E6B60C40680D}" dt="2025-11-25T05:47:33.884" v="52"/>
          <ac:spMkLst>
            <pc:docMk/>
            <pc:sldMk cId="2740153792" sldId="264"/>
            <ac:spMk id="3" creationId="{FC59ABA4-2D2F-C5CC-5E41-DA6A95345375}"/>
          </ac:spMkLst>
        </pc:spChg>
        <pc:graphicFrameChg chg="add mod ord modGraphic">
          <ac:chgData name="Ramesh reddy" userId="181b763867612699" providerId="Windows Live" clId="Web-{2507762F-72AD-F42D-B2CC-E6B60C40680D}" dt="2025-11-25T05:47:33.884" v="52"/>
          <ac:graphicFrameMkLst>
            <pc:docMk/>
            <pc:sldMk cId="2740153792" sldId="264"/>
            <ac:graphicFrameMk id="5" creationId="{3E2700EC-3782-84CD-50D1-2D4B90443885}"/>
          </ac:graphicFrameMkLst>
        </pc:graphicFrameChg>
      </pc:sldChg>
      <pc:sldChg chg="addSp delSp modSp new mod ord setBg">
        <pc:chgData name="Ramesh reddy" userId="181b763867612699" providerId="Windows Live" clId="Web-{2507762F-72AD-F42D-B2CC-E6B60C40680D}" dt="2025-11-25T05:47:58.792" v="53"/>
        <pc:sldMkLst>
          <pc:docMk/>
          <pc:sldMk cId="200288793" sldId="265"/>
        </pc:sldMkLst>
        <pc:spChg chg="mod">
          <ac:chgData name="Ramesh reddy" userId="181b763867612699" providerId="Windows Live" clId="Web-{2507762F-72AD-F42D-B2CC-E6B60C40680D}" dt="2025-11-25T05:47:58.792" v="53"/>
          <ac:spMkLst>
            <pc:docMk/>
            <pc:sldMk cId="200288793" sldId="265"/>
            <ac:spMk id="2" creationId="{36E69612-B514-5DA1-DDA4-66B8DFF20294}"/>
          </ac:spMkLst>
        </pc:spChg>
        <pc:spChg chg="add mod">
          <ac:chgData name="Ramesh reddy" userId="181b763867612699" providerId="Windows Live" clId="Web-{2507762F-72AD-F42D-B2CC-E6B60C40680D}" dt="2025-11-25T05:47:58.792" v="53"/>
          <ac:spMkLst>
            <pc:docMk/>
            <pc:sldMk cId="200288793" sldId="265"/>
            <ac:spMk id="5" creationId="{BEB38128-1807-70BB-EFC6-100A7DD2B7D2}"/>
          </ac:spMkLst>
        </pc:spChg>
        <pc:graphicFrameChg chg="add mod ord modGraphic">
          <ac:chgData name="Ramesh reddy" userId="181b763867612699" providerId="Windows Live" clId="Web-{2507762F-72AD-F42D-B2CC-E6B60C40680D}" dt="2025-11-25T05:47:58.792" v="53"/>
          <ac:graphicFrameMkLst>
            <pc:docMk/>
            <pc:sldMk cId="200288793" sldId="265"/>
            <ac:graphicFrameMk id="4" creationId="{30FC6D26-E948-2FD0-A01B-08C90B42CAE5}"/>
          </ac:graphicFrameMkLst>
        </pc:graphicFrameChg>
      </pc:sldChg>
    </pc:docChg>
  </pc:docChgLst>
  <pc:docChgLst>
    <pc:chgData name="Ramesh reddy" userId="181b763867612699" providerId="Windows Live" clId="Web-{0B63DD62-3B65-02E2-0A13-B409FDB2566F}"/>
    <pc:docChg chg="addSld modSld sldOrd">
      <pc:chgData name="Ramesh reddy" userId="181b763867612699" providerId="Windows Live" clId="Web-{0B63DD62-3B65-02E2-0A13-B409FDB2566F}" dt="2025-11-18T02:43:19.221" v="33"/>
      <pc:docMkLst>
        <pc:docMk/>
      </pc:docMkLst>
      <pc:sldChg chg="addSp delSp modSp new mod ord setBg">
        <pc:chgData name="Ramesh reddy" userId="181b763867612699" providerId="Windows Live" clId="Web-{0B63DD62-3B65-02E2-0A13-B409FDB2566F}" dt="2025-11-18T02:42:33.903" v="32"/>
        <pc:sldMkLst>
          <pc:docMk/>
          <pc:sldMk cId="1359192422" sldId="263"/>
        </pc:sldMkLst>
        <pc:spChg chg="mod">
          <ac:chgData name="Ramesh reddy" userId="181b763867612699" providerId="Windows Live" clId="Web-{0B63DD62-3B65-02E2-0A13-B409FDB2566F}" dt="2025-11-18T02:42:33.903" v="32"/>
          <ac:spMkLst>
            <pc:docMk/>
            <pc:sldMk cId="1359192422" sldId="263"/>
            <ac:spMk id="2" creationId="{8AFE9EEA-2343-0914-5661-511967F1165E}"/>
          </ac:spMkLst>
        </pc:spChg>
        <pc:spChg chg="add mod ord">
          <ac:chgData name="Ramesh reddy" userId="181b763867612699" providerId="Windows Live" clId="Web-{0B63DD62-3B65-02E2-0A13-B409FDB2566F}" dt="2025-11-18T02:42:33.903" v="32"/>
          <ac:spMkLst>
            <pc:docMk/>
            <pc:sldMk cId="1359192422" sldId="263"/>
            <ac:spMk id="3" creationId="{641E3D2C-1D70-15FE-B511-A92D52620694}"/>
          </ac:spMkLst>
        </pc:spChg>
        <pc:spChg chg="add">
          <ac:chgData name="Ramesh reddy" userId="181b763867612699" providerId="Windows Live" clId="Web-{0B63DD62-3B65-02E2-0A13-B409FDB2566F}" dt="2025-11-18T02:42:33.903" v="32"/>
          <ac:spMkLst>
            <pc:docMk/>
            <pc:sldMk cId="1359192422" sldId="263"/>
            <ac:spMk id="31" creationId="{A8908DB7-C3A6-4FCB-9820-CEE02B398C4A}"/>
          </ac:spMkLst>
        </pc:spChg>
        <pc:spChg chg="add">
          <ac:chgData name="Ramesh reddy" userId="181b763867612699" providerId="Windows Live" clId="Web-{0B63DD62-3B65-02E2-0A13-B409FDB2566F}" dt="2025-11-18T02:42:33.903" v="32"/>
          <ac:spMkLst>
            <pc:docMk/>
            <pc:sldMk cId="1359192422" sldId="263"/>
            <ac:spMk id="33" creationId="{535742DD-1B16-4E9D-B715-0D74B4574A68}"/>
          </ac:spMkLst>
        </pc:spChg>
        <pc:picChg chg="add mod">
          <ac:chgData name="Ramesh reddy" userId="181b763867612699" providerId="Windows Live" clId="Web-{0B63DD62-3B65-02E2-0A13-B409FDB2566F}" dt="2025-11-18T02:42:33.903" v="32"/>
          <ac:picMkLst>
            <pc:docMk/>
            <pc:sldMk cId="1359192422" sldId="263"/>
            <ac:picMk id="5" creationId="{23B95E6F-07E5-271C-106F-5EEA53CD07B1}"/>
          </ac:picMkLst>
        </pc:picChg>
      </pc:sldChg>
    </pc:docChg>
  </pc:docChgLst>
  <pc:docChgLst>
    <pc:chgData name="Ramesh reddy" userId="181b763867612699" providerId="Windows Live" clId="Web-{57D0C475-B677-F3F8-0CBF-C582E0FD9D11}"/>
    <pc:docChg chg="addSld delSld modSld">
      <pc:chgData name="Ramesh reddy" userId="181b763867612699" providerId="Windows Live" clId="Web-{57D0C475-B677-F3F8-0CBF-C582E0FD9D11}" dt="2025-11-18T04:38:45.001" v="53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64469-1AF2-462A-A4F1-2F0A4E4DB40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AEBEE-A264-41C5-80E1-8ECB9AA20B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Infrastructure as Code (IaC) tool to define cloud &amp; on-prem resources</a:t>
          </a:r>
        </a:p>
      </dgm:t>
    </dgm:pt>
    <dgm:pt modelId="{0AB7F8AE-79F9-4A65-AA2C-2485A97FD8BD}" type="parTrans" cxnId="{2F8D5EA7-F3CE-4B1B-83F7-928D83A8033C}">
      <dgm:prSet/>
      <dgm:spPr/>
      <dgm:t>
        <a:bodyPr/>
        <a:lstStyle/>
        <a:p>
          <a:endParaRPr lang="en-US"/>
        </a:p>
      </dgm:t>
    </dgm:pt>
    <dgm:pt modelId="{0D42450A-DB9A-4217-B5EC-7039C6BD36D4}" type="sibTrans" cxnId="{2F8D5EA7-F3CE-4B1B-83F7-928D83A803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B2840F7-C518-45BE-8077-D5145EC238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</a:t>
          </a:r>
          <a:r>
            <a:rPr lang="en-US" b="1"/>
            <a:t>human-readable, reusable, version-controlled</a:t>
          </a:r>
          <a:r>
            <a:rPr lang="en-US"/>
            <a:t> configuration files</a:t>
          </a:r>
        </a:p>
      </dgm:t>
    </dgm:pt>
    <dgm:pt modelId="{29795877-2E44-44C1-99FD-B069DC575FDD}" type="parTrans" cxnId="{E48995A6-6A72-4626-B44A-A21F63AFEAE5}">
      <dgm:prSet/>
      <dgm:spPr/>
      <dgm:t>
        <a:bodyPr/>
        <a:lstStyle/>
        <a:p>
          <a:endParaRPr lang="en-US"/>
        </a:p>
      </dgm:t>
    </dgm:pt>
    <dgm:pt modelId="{D6E02511-E8E1-49E3-BC2C-B7CE4F056B72}" type="sibTrans" cxnId="{E48995A6-6A72-4626-B44A-A21F63AFEA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26C074-70BA-4F1A-9BF2-A81A75FD51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Enables a </a:t>
          </a:r>
          <a:r>
            <a:rPr lang="en-US" b="1"/>
            <a:t>consistent workflow</a:t>
          </a:r>
          <a:r>
            <a:rPr lang="en-US"/>
            <a:t> to provision &amp; manage infrastructure lifecycle</a:t>
          </a:r>
        </a:p>
      </dgm:t>
    </dgm:pt>
    <dgm:pt modelId="{F9186926-7DA5-476A-A036-4B97812438D0}" type="parTrans" cxnId="{848F888C-EDC5-4CAF-B747-6FF6AB5FD920}">
      <dgm:prSet/>
      <dgm:spPr/>
      <dgm:t>
        <a:bodyPr/>
        <a:lstStyle/>
        <a:p>
          <a:endParaRPr lang="en-US"/>
        </a:p>
      </dgm:t>
    </dgm:pt>
    <dgm:pt modelId="{682B0206-5322-4834-9B13-E2D4903314C1}" type="sibTrans" cxnId="{848F888C-EDC5-4CAF-B747-6FF6AB5FD9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731FA-AA1D-47F2-92C2-B83D40C25A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Manages </a:t>
          </a:r>
          <a:r>
            <a:rPr lang="en-US" b="1"/>
            <a:t>low-level</a:t>
          </a:r>
          <a:r>
            <a:rPr lang="en-US"/>
            <a:t> (compute, storage, network) and </a:t>
          </a:r>
          <a:r>
            <a:rPr lang="en-US" b="1"/>
            <a:t>high-level</a:t>
          </a:r>
          <a:r>
            <a:rPr lang="en-US"/>
            <a:t> (DNS, SaaS) components</a:t>
          </a:r>
        </a:p>
      </dgm:t>
    </dgm:pt>
    <dgm:pt modelId="{1B210A20-022F-461D-A01A-7553873387B6}" type="parTrans" cxnId="{1DB85C48-6E47-4040-A359-6F17399D0A06}">
      <dgm:prSet/>
      <dgm:spPr/>
      <dgm:t>
        <a:bodyPr/>
        <a:lstStyle/>
        <a:p>
          <a:endParaRPr lang="en-US"/>
        </a:p>
      </dgm:t>
    </dgm:pt>
    <dgm:pt modelId="{B5EE790E-B947-4667-BA93-E7264A8B10B4}" type="sibTrans" cxnId="{1DB85C48-6E47-4040-A359-6F17399D0A06}">
      <dgm:prSet/>
      <dgm:spPr/>
      <dgm:t>
        <a:bodyPr/>
        <a:lstStyle/>
        <a:p>
          <a:endParaRPr lang="en-US"/>
        </a:p>
      </dgm:t>
    </dgm:pt>
    <dgm:pt modelId="{820A5091-2095-4463-B348-FD030F99217C}" type="pres">
      <dgm:prSet presAssocID="{22D64469-1AF2-462A-A4F1-2F0A4E4DB401}" presName="root" presStyleCnt="0">
        <dgm:presLayoutVars>
          <dgm:dir/>
          <dgm:resizeHandles val="exact"/>
        </dgm:presLayoutVars>
      </dgm:prSet>
      <dgm:spPr/>
    </dgm:pt>
    <dgm:pt modelId="{1FF0B286-395E-4CEB-B513-45422EA23CBF}" type="pres">
      <dgm:prSet presAssocID="{22D64469-1AF2-462A-A4F1-2F0A4E4DB401}" presName="container" presStyleCnt="0">
        <dgm:presLayoutVars>
          <dgm:dir/>
          <dgm:resizeHandles val="exact"/>
        </dgm:presLayoutVars>
      </dgm:prSet>
      <dgm:spPr/>
    </dgm:pt>
    <dgm:pt modelId="{CFB5869B-38F4-49B0-AF57-E157B3FF7F6C}" type="pres">
      <dgm:prSet presAssocID="{93BAEBEE-A264-41C5-80E1-8ECB9AA20B44}" presName="compNode" presStyleCnt="0"/>
      <dgm:spPr/>
    </dgm:pt>
    <dgm:pt modelId="{A3CF31A4-C11F-43A4-ACDB-6E0E8B327361}" type="pres">
      <dgm:prSet presAssocID="{93BAEBEE-A264-41C5-80E1-8ECB9AA20B44}" presName="iconBgRect" presStyleLbl="bgShp" presStyleIdx="0" presStyleCnt="4"/>
      <dgm:spPr/>
    </dgm:pt>
    <dgm:pt modelId="{EA268F7C-265E-4023-A235-7CEB9AC25549}" type="pres">
      <dgm:prSet presAssocID="{93BAEBEE-A264-41C5-80E1-8ECB9AA20B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AD933EC-8225-4F96-86C9-9BF2C416874B}" type="pres">
      <dgm:prSet presAssocID="{93BAEBEE-A264-41C5-80E1-8ECB9AA20B44}" presName="spaceRect" presStyleCnt="0"/>
      <dgm:spPr/>
    </dgm:pt>
    <dgm:pt modelId="{9CC10AA7-3F44-4BD5-BA31-DBD462915CE9}" type="pres">
      <dgm:prSet presAssocID="{93BAEBEE-A264-41C5-80E1-8ECB9AA20B44}" presName="textRect" presStyleLbl="revTx" presStyleIdx="0" presStyleCnt="4">
        <dgm:presLayoutVars>
          <dgm:chMax val="1"/>
          <dgm:chPref val="1"/>
        </dgm:presLayoutVars>
      </dgm:prSet>
      <dgm:spPr/>
    </dgm:pt>
    <dgm:pt modelId="{74843930-A3AB-4529-BE9F-70F5FED871C5}" type="pres">
      <dgm:prSet presAssocID="{0D42450A-DB9A-4217-B5EC-7039C6BD36D4}" presName="sibTrans" presStyleLbl="sibTrans2D1" presStyleIdx="0" presStyleCnt="0"/>
      <dgm:spPr/>
    </dgm:pt>
    <dgm:pt modelId="{C6DCC6A1-AE05-466B-A48D-54E6409BE1C5}" type="pres">
      <dgm:prSet presAssocID="{4B2840F7-C518-45BE-8077-D5145EC2382C}" presName="compNode" presStyleCnt="0"/>
      <dgm:spPr/>
    </dgm:pt>
    <dgm:pt modelId="{D0E9279B-D421-4173-BC88-A487FE9E8799}" type="pres">
      <dgm:prSet presAssocID="{4B2840F7-C518-45BE-8077-D5145EC2382C}" presName="iconBgRect" presStyleLbl="bgShp" presStyleIdx="1" presStyleCnt="4"/>
      <dgm:spPr/>
    </dgm:pt>
    <dgm:pt modelId="{89BFBC43-AD75-4850-97B1-7E07E87CDE58}" type="pres">
      <dgm:prSet presAssocID="{4B2840F7-C518-45BE-8077-D5145EC238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E3A021B-80D7-4D74-AC40-DA243E378910}" type="pres">
      <dgm:prSet presAssocID="{4B2840F7-C518-45BE-8077-D5145EC2382C}" presName="spaceRect" presStyleCnt="0"/>
      <dgm:spPr/>
    </dgm:pt>
    <dgm:pt modelId="{2D0E7C1D-2902-4A70-84B4-2C9F05613479}" type="pres">
      <dgm:prSet presAssocID="{4B2840F7-C518-45BE-8077-D5145EC2382C}" presName="textRect" presStyleLbl="revTx" presStyleIdx="1" presStyleCnt="4">
        <dgm:presLayoutVars>
          <dgm:chMax val="1"/>
          <dgm:chPref val="1"/>
        </dgm:presLayoutVars>
      </dgm:prSet>
      <dgm:spPr/>
    </dgm:pt>
    <dgm:pt modelId="{2C2975A1-43CA-4721-9360-7BAEE5078705}" type="pres">
      <dgm:prSet presAssocID="{D6E02511-E8E1-49E3-BC2C-B7CE4F056B72}" presName="sibTrans" presStyleLbl="sibTrans2D1" presStyleIdx="0" presStyleCnt="0"/>
      <dgm:spPr/>
    </dgm:pt>
    <dgm:pt modelId="{7F13BE62-8B87-49F8-9563-92C3BA1E61F9}" type="pres">
      <dgm:prSet presAssocID="{4626C074-70BA-4F1A-9BF2-A81A75FD5125}" presName="compNode" presStyleCnt="0"/>
      <dgm:spPr/>
    </dgm:pt>
    <dgm:pt modelId="{D5F4F2EF-5A18-4019-B74A-F6DDA9746E58}" type="pres">
      <dgm:prSet presAssocID="{4626C074-70BA-4F1A-9BF2-A81A75FD5125}" presName="iconBgRect" presStyleLbl="bgShp" presStyleIdx="2" presStyleCnt="4"/>
      <dgm:spPr/>
    </dgm:pt>
    <dgm:pt modelId="{EA95E276-21E5-4EBF-94B9-7F4A560585B5}" type="pres">
      <dgm:prSet presAssocID="{4626C074-70BA-4F1A-9BF2-A81A75FD51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2DAA75A-4549-487F-B3FC-AF6CF873AFE2}" type="pres">
      <dgm:prSet presAssocID="{4626C074-70BA-4F1A-9BF2-A81A75FD5125}" presName="spaceRect" presStyleCnt="0"/>
      <dgm:spPr/>
    </dgm:pt>
    <dgm:pt modelId="{4DD4BD0E-226B-4874-A5C4-7B3765AA1AFE}" type="pres">
      <dgm:prSet presAssocID="{4626C074-70BA-4F1A-9BF2-A81A75FD5125}" presName="textRect" presStyleLbl="revTx" presStyleIdx="2" presStyleCnt="4">
        <dgm:presLayoutVars>
          <dgm:chMax val="1"/>
          <dgm:chPref val="1"/>
        </dgm:presLayoutVars>
      </dgm:prSet>
      <dgm:spPr/>
    </dgm:pt>
    <dgm:pt modelId="{460C61A9-3A24-4E06-B7CF-D60EA2CC550B}" type="pres">
      <dgm:prSet presAssocID="{682B0206-5322-4834-9B13-E2D4903314C1}" presName="sibTrans" presStyleLbl="sibTrans2D1" presStyleIdx="0" presStyleCnt="0"/>
      <dgm:spPr/>
    </dgm:pt>
    <dgm:pt modelId="{28A4DC0E-92D3-4D03-9FCB-84B93F76E875}" type="pres">
      <dgm:prSet presAssocID="{E17731FA-AA1D-47F2-92C2-B83D40C25AC3}" presName="compNode" presStyleCnt="0"/>
      <dgm:spPr/>
    </dgm:pt>
    <dgm:pt modelId="{E10CC588-1A9A-4820-BB37-0350031EE2FE}" type="pres">
      <dgm:prSet presAssocID="{E17731FA-AA1D-47F2-92C2-B83D40C25AC3}" presName="iconBgRect" presStyleLbl="bgShp" presStyleIdx="3" presStyleCnt="4"/>
      <dgm:spPr/>
    </dgm:pt>
    <dgm:pt modelId="{C50452F5-307A-4D61-BFB1-73314DEE26C2}" type="pres">
      <dgm:prSet presAssocID="{E17731FA-AA1D-47F2-92C2-B83D40C25A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DC66676-6720-496B-AEA4-7C8E9B91F9F6}" type="pres">
      <dgm:prSet presAssocID="{E17731FA-AA1D-47F2-92C2-B83D40C25AC3}" presName="spaceRect" presStyleCnt="0"/>
      <dgm:spPr/>
    </dgm:pt>
    <dgm:pt modelId="{1036EBDA-1ABD-4028-AD34-22668F3F6732}" type="pres">
      <dgm:prSet presAssocID="{E17731FA-AA1D-47F2-92C2-B83D40C25A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C4F710-578C-4618-8773-D6BF8CB58057}" type="presOf" srcId="{4B2840F7-C518-45BE-8077-D5145EC2382C}" destId="{2D0E7C1D-2902-4A70-84B4-2C9F05613479}" srcOrd="0" destOrd="0" presId="urn:microsoft.com/office/officeart/2018/2/layout/IconCircleList"/>
    <dgm:cxn modelId="{1DB85C48-6E47-4040-A359-6F17399D0A06}" srcId="{22D64469-1AF2-462A-A4F1-2F0A4E4DB401}" destId="{E17731FA-AA1D-47F2-92C2-B83D40C25AC3}" srcOrd="3" destOrd="0" parTransId="{1B210A20-022F-461D-A01A-7553873387B6}" sibTransId="{B5EE790E-B947-4667-BA93-E7264A8B10B4}"/>
    <dgm:cxn modelId="{C9EAD868-E9E9-4625-BE1F-5C978F8C30AC}" type="presOf" srcId="{4626C074-70BA-4F1A-9BF2-A81A75FD5125}" destId="{4DD4BD0E-226B-4874-A5C4-7B3765AA1AFE}" srcOrd="0" destOrd="0" presId="urn:microsoft.com/office/officeart/2018/2/layout/IconCircleList"/>
    <dgm:cxn modelId="{6AEE4171-AF87-4FD1-8986-68217D1BDA38}" type="presOf" srcId="{E17731FA-AA1D-47F2-92C2-B83D40C25AC3}" destId="{1036EBDA-1ABD-4028-AD34-22668F3F6732}" srcOrd="0" destOrd="0" presId="urn:microsoft.com/office/officeart/2018/2/layout/IconCircleList"/>
    <dgm:cxn modelId="{848F888C-EDC5-4CAF-B747-6FF6AB5FD920}" srcId="{22D64469-1AF2-462A-A4F1-2F0A4E4DB401}" destId="{4626C074-70BA-4F1A-9BF2-A81A75FD5125}" srcOrd="2" destOrd="0" parTransId="{F9186926-7DA5-476A-A036-4B97812438D0}" sibTransId="{682B0206-5322-4834-9B13-E2D4903314C1}"/>
    <dgm:cxn modelId="{CDEFBA8D-E1E6-4D76-975B-8C6B6F4FC146}" type="presOf" srcId="{93BAEBEE-A264-41C5-80E1-8ECB9AA20B44}" destId="{9CC10AA7-3F44-4BD5-BA31-DBD462915CE9}" srcOrd="0" destOrd="0" presId="urn:microsoft.com/office/officeart/2018/2/layout/IconCircleList"/>
    <dgm:cxn modelId="{E48995A6-6A72-4626-B44A-A21F63AFEAE5}" srcId="{22D64469-1AF2-462A-A4F1-2F0A4E4DB401}" destId="{4B2840F7-C518-45BE-8077-D5145EC2382C}" srcOrd="1" destOrd="0" parTransId="{29795877-2E44-44C1-99FD-B069DC575FDD}" sibTransId="{D6E02511-E8E1-49E3-BC2C-B7CE4F056B72}"/>
    <dgm:cxn modelId="{2F8D5EA7-F3CE-4B1B-83F7-928D83A8033C}" srcId="{22D64469-1AF2-462A-A4F1-2F0A4E4DB401}" destId="{93BAEBEE-A264-41C5-80E1-8ECB9AA20B44}" srcOrd="0" destOrd="0" parTransId="{0AB7F8AE-79F9-4A65-AA2C-2485A97FD8BD}" sibTransId="{0D42450A-DB9A-4217-B5EC-7039C6BD36D4}"/>
    <dgm:cxn modelId="{817799A7-A04C-4C54-BE72-E4856C2611F4}" type="presOf" srcId="{22D64469-1AF2-462A-A4F1-2F0A4E4DB401}" destId="{820A5091-2095-4463-B348-FD030F99217C}" srcOrd="0" destOrd="0" presId="urn:microsoft.com/office/officeart/2018/2/layout/IconCircleList"/>
    <dgm:cxn modelId="{1F5356F0-EAC6-40E2-AD43-40990DD5A66C}" type="presOf" srcId="{0D42450A-DB9A-4217-B5EC-7039C6BD36D4}" destId="{74843930-A3AB-4529-BE9F-70F5FED871C5}" srcOrd="0" destOrd="0" presId="urn:microsoft.com/office/officeart/2018/2/layout/IconCircleList"/>
    <dgm:cxn modelId="{EA7F4BFD-6669-41F5-BA27-09B572C0AABD}" type="presOf" srcId="{D6E02511-E8E1-49E3-BC2C-B7CE4F056B72}" destId="{2C2975A1-43CA-4721-9360-7BAEE5078705}" srcOrd="0" destOrd="0" presId="urn:microsoft.com/office/officeart/2018/2/layout/IconCircleList"/>
    <dgm:cxn modelId="{D62228FE-FEB1-4F51-BFF0-3A8CC4F3E3BC}" type="presOf" srcId="{682B0206-5322-4834-9B13-E2D4903314C1}" destId="{460C61A9-3A24-4E06-B7CF-D60EA2CC550B}" srcOrd="0" destOrd="0" presId="urn:microsoft.com/office/officeart/2018/2/layout/IconCircleList"/>
    <dgm:cxn modelId="{F6237D39-258C-4A83-A48C-0EB7D59AB5EB}" type="presParOf" srcId="{820A5091-2095-4463-B348-FD030F99217C}" destId="{1FF0B286-395E-4CEB-B513-45422EA23CBF}" srcOrd="0" destOrd="0" presId="urn:microsoft.com/office/officeart/2018/2/layout/IconCircleList"/>
    <dgm:cxn modelId="{C1A34AB9-06E1-4863-8AE5-F2135E2A2020}" type="presParOf" srcId="{1FF0B286-395E-4CEB-B513-45422EA23CBF}" destId="{CFB5869B-38F4-49B0-AF57-E157B3FF7F6C}" srcOrd="0" destOrd="0" presId="urn:microsoft.com/office/officeart/2018/2/layout/IconCircleList"/>
    <dgm:cxn modelId="{7E9BDD27-74B6-48AD-A90D-06D64C8583B4}" type="presParOf" srcId="{CFB5869B-38F4-49B0-AF57-E157B3FF7F6C}" destId="{A3CF31A4-C11F-43A4-ACDB-6E0E8B327361}" srcOrd="0" destOrd="0" presId="urn:microsoft.com/office/officeart/2018/2/layout/IconCircleList"/>
    <dgm:cxn modelId="{3B9DCF45-26FA-4C9B-AF8F-D362589395F4}" type="presParOf" srcId="{CFB5869B-38F4-49B0-AF57-E157B3FF7F6C}" destId="{EA268F7C-265E-4023-A235-7CEB9AC25549}" srcOrd="1" destOrd="0" presId="urn:microsoft.com/office/officeart/2018/2/layout/IconCircleList"/>
    <dgm:cxn modelId="{CBFB4FBB-9E1A-43DF-AACF-3CDC87BF14E5}" type="presParOf" srcId="{CFB5869B-38F4-49B0-AF57-E157B3FF7F6C}" destId="{BAD933EC-8225-4F96-86C9-9BF2C416874B}" srcOrd="2" destOrd="0" presId="urn:microsoft.com/office/officeart/2018/2/layout/IconCircleList"/>
    <dgm:cxn modelId="{0613C476-4943-48FA-9EA1-308C526477BA}" type="presParOf" srcId="{CFB5869B-38F4-49B0-AF57-E157B3FF7F6C}" destId="{9CC10AA7-3F44-4BD5-BA31-DBD462915CE9}" srcOrd="3" destOrd="0" presId="urn:microsoft.com/office/officeart/2018/2/layout/IconCircleList"/>
    <dgm:cxn modelId="{5397C4B5-A1D6-4AE3-B93B-5B93173EBFD7}" type="presParOf" srcId="{1FF0B286-395E-4CEB-B513-45422EA23CBF}" destId="{74843930-A3AB-4529-BE9F-70F5FED871C5}" srcOrd="1" destOrd="0" presId="urn:microsoft.com/office/officeart/2018/2/layout/IconCircleList"/>
    <dgm:cxn modelId="{FEACE59E-F7EC-4651-B446-67DAA0D419DC}" type="presParOf" srcId="{1FF0B286-395E-4CEB-B513-45422EA23CBF}" destId="{C6DCC6A1-AE05-466B-A48D-54E6409BE1C5}" srcOrd="2" destOrd="0" presId="urn:microsoft.com/office/officeart/2018/2/layout/IconCircleList"/>
    <dgm:cxn modelId="{E25EA6D9-550B-4528-990E-0E8096FCB815}" type="presParOf" srcId="{C6DCC6A1-AE05-466B-A48D-54E6409BE1C5}" destId="{D0E9279B-D421-4173-BC88-A487FE9E8799}" srcOrd="0" destOrd="0" presId="urn:microsoft.com/office/officeart/2018/2/layout/IconCircleList"/>
    <dgm:cxn modelId="{9D0F9A20-60A4-43C1-8DD2-6FC2A5FFA0BE}" type="presParOf" srcId="{C6DCC6A1-AE05-466B-A48D-54E6409BE1C5}" destId="{89BFBC43-AD75-4850-97B1-7E07E87CDE58}" srcOrd="1" destOrd="0" presId="urn:microsoft.com/office/officeart/2018/2/layout/IconCircleList"/>
    <dgm:cxn modelId="{7ED21073-1B8D-4B6F-A945-33619FF522ED}" type="presParOf" srcId="{C6DCC6A1-AE05-466B-A48D-54E6409BE1C5}" destId="{DE3A021B-80D7-4D74-AC40-DA243E378910}" srcOrd="2" destOrd="0" presId="urn:microsoft.com/office/officeart/2018/2/layout/IconCircleList"/>
    <dgm:cxn modelId="{DF25B65A-28AE-4206-879E-58D71759CD50}" type="presParOf" srcId="{C6DCC6A1-AE05-466B-A48D-54E6409BE1C5}" destId="{2D0E7C1D-2902-4A70-84B4-2C9F05613479}" srcOrd="3" destOrd="0" presId="urn:microsoft.com/office/officeart/2018/2/layout/IconCircleList"/>
    <dgm:cxn modelId="{13A6D0D1-BF17-4B18-811B-9526C9DF5AC1}" type="presParOf" srcId="{1FF0B286-395E-4CEB-B513-45422EA23CBF}" destId="{2C2975A1-43CA-4721-9360-7BAEE5078705}" srcOrd="3" destOrd="0" presId="urn:microsoft.com/office/officeart/2018/2/layout/IconCircleList"/>
    <dgm:cxn modelId="{B1545B17-449B-473C-96FE-D2A4FEEFE850}" type="presParOf" srcId="{1FF0B286-395E-4CEB-B513-45422EA23CBF}" destId="{7F13BE62-8B87-49F8-9563-92C3BA1E61F9}" srcOrd="4" destOrd="0" presId="urn:microsoft.com/office/officeart/2018/2/layout/IconCircleList"/>
    <dgm:cxn modelId="{28461211-A600-4BEA-A5E9-CC441CEE92FB}" type="presParOf" srcId="{7F13BE62-8B87-49F8-9563-92C3BA1E61F9}" destId="{D5F4F2EF-5A18-4019-B74A-F6DDA9746E58}" srcOrd="0" destOrd="0" presId="urn:microsoft.com/office/officeart/2018/2/layout/IconCircleList"/>
    <dgm:cxn modelId="{C1BDA890-2640-47F3-9B49-060496A35F8F}" type="presParOf" srcId="{7F13BE62-8B87-49F8-9563-92C3BA1E61F9}" destId="{EA95E276-21E5-4EBF-94B9-7F4A560585B5}" srcOrd="1" destOrd="0" presId="urn:microsoft.com/office/officeart/2018/2/layout/IconCircleList"/>
    <dgm:cxn modelId="{FA41CB7D-1BC2-485E-B866-E0ECF782D1A5}" type="presParOf" srcId="{7F13BE62-8B87-49F8-9563-92C3BA1E61F9}" destId="{52DAA75A-4549-487F-B3FC-AF6CF873AFE2}" srcOrd="2" destOrd="0" presId="urn:microsoft.com/office/officeart/2018/2/layout/IconCircleList"/>
    <dgm:cxn modelId="{D9D66EDF-CE6D-40A1-9172-AE9801EDC44B}" type="presParOf" srcId="{7F13BE62-8B87-49F8-9563-92C3BA1E61F9}" destId="{4DD4BD0E-226B-4874-A5C4-7B3765AA1AFE}" srcOrd="3" destOrd="0" presId="urn:microsoft.com/office/officeart/2018/2/layout/IconCircleList"/>
    <dgm:cxn modelId="{901DD55A-7B57-4E71-B35C-0DD6FEEB8754}" type="presParOf" srcId="{1FF0B286-395E-4CEB-B513-45422EA23CBF}" destId="{460C61A9-3A24-4E06-B7CF-D60EA2CC550B}" srcOrd="5" destOrd="0" presId="urn:microsoft.com/office/officeart/2018/2/layout/IconCircleList"/>
    <dgm:cxn modelId="{4D03ADA9-112B-4C97-8EA2-D302D57E3D7E}" type="presParOf" srcId="{1FF0B286-395E-4CEB-B513-45422EA23CBF}" destId="{28A4DC0E-92D3-4D03-9FCB-84B93F76E875}" srcOrd="6" destOrd="0" presId="urn:microsoft.com/office/officeart/2018/2/layout/IconCircleList"/>
    <dgm:cxn modelId="{7925DCB0-BADA-4DA7-9281-D5E02F3BA221}" type="presParOf" srcId="{28A4DC0E-92D3-4D03-9FCB-84B93F76E875}" destId="{E10CC588-1A9A-4820-BB37-0350031EE2FE}" srcOrd="0" destOrd="0" presId="urn:microsoft.com/office/officeart/2018/2/layout/IconCircleList"/>
    <dgm:cxn modelId="{7EB90B1F-386C-427C-A80E-47942453513E}" type="presParOf" srcId="{28A4DC0E-92D3-4D03-9FCB-84B93F76E875}" destId="{C50452F5-307A-4D61-BFB1-73314DEE26C2}" srcOrd="1" destOrd="0" presId="urn:microsoft.com/office/officeart/2018/2/layout/IconCircleList"/>
    <dgm:cxn modelId="{80023EDE-AC61-4E0E-8066-702297398E75}" type="presParOf" srcId="{28A4DC0E-92D3-4D03-9FCB-84B93F76E875}" destId="{7DC66676-6720-496B-AEA4-7C8E9B91F9F6}" srcOrd="2" destOrd="0" presId="urn:microsoft.com/office/officeart/2018/2/layout/IconCircleList"/>
    <dgm:cxn modelId="{8D84D66F-13E3-4C80-93B6-33597997CD8B}" type="presParOf" srcId="{28A4DC0E-92D3-4D03-9FCB-84B93F76E875}" destId="{1036EBDA-1ABD-4028-AD34-22668F3F67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2AF80F-D8D7-447A-A114-14C71B1355A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A0FF3F8-6BBD-475F-8EF6-2B75E99D12F0}">
      <dgm:prSet/>
      <dgm:spPr/>
      <dgm:t>
        <a:bodyPr/>
        <a:lstStyle/>
        <a:p>
          <a:r>
            <a:rPr lang="en-US"/>
            <a:t>Plugins that let Terraform interact with service APIs</a:t>
          </a:r>
        </a:p>
      </dgm:t>
    </dgm:pt>
    <dgm:pt modelId="{CED8A643-837E-4A21-BFC0-84FEA867DB70}" type="parTrans" cxnId="{E08DCA3A-19A2-4160-B114-49E478CB4DA1}">
      <dgm:prSet/>
      <dgm:spPr/>
      <dgm:t>
        <a:bodyPr/>
        <a:lstStyle/>
        <a:p>
          <a:endParaRPr lang="en-US"/>
        </a:p>
      </dgm:t>
    </dgm:pt>
    <dgm:pt modelId="{53A84083-E4D6-4994-ACAA-E21D7CC3060D}" type="sibTrans" cxnId="{E08DCA3A-19A2-4160-B114-49E478CB4DA1}">
      <dgm:prSet/>
      <dgm:spPr/>
      <dgm:t>
        <a:bodyPr/>
        <a:lstStyle/>
        <a:p>
          <a:endParaRPr lang="en-US"/>
        </a:p>
      </dgm:t>
    </dgm:pt>
    <dgm:pt modelId="{F9C05179-A6B8-40D9-AA39-CDC31FBADD7B}">
      <dgm:prSet/>
      <dgm:spPr/>
      <dgm:t>
        <a:bodyPr/>
        <a:lstStyle/>
        <a:p>
          <a:r>
            <a:rPr lang="en-US"/>
            <a:t>Work as a </a:t>
          </a:r>
          <a:r>
            <a:rPr lang="en-US" b="1"/>
            <a:t>driver/bridge</a:t>
          </a:r>
          <a:r>
            <a:rPr lang="en-US"/>
            <a:t> to manage resources (Azure, AWS, GCP, Kubernetes, GitHub, etc.)</a:t>
          </a:r>
        </a:p>
      </dgm:t>
    </dgm:pt>
    <dgm:pt modelId="{C4977493-7D28-4812-B80A-80E8AC83259B}" type="parTrans" cxnId="{74605A05-DE94-4709-A173-CE5ADCD7F4D0}">
      <dgm:prSet/>
      <dgm:spPr/>
      <dgm:t>
        <a:bodyPr/>
        <a:lstStyle/>
        <a:p>
          <a:endParaRPr lang="en-US"/>
        </a:p>
      </dgm:t>
    </dgm:pt>
    <dgm:pt modelId="{655DE84A-2379-43C7-A355-48C80C78F326}" type="sibTrans" cxnId="{74605A05-DE94-4709-A173-CE5ADCD7F4D0}">
      <dgm:prSet/>
      <dgm:spPr/>
      <dgm:t>
        <a:bodyPr/>
        <a:lstStyle/>
        <a:p>
          <a:endParaRPr lang="en-US"/>
        </a:p>
      </dgm:t>
    </dgm:pt>
    <dgm:pt modelId="{2B4691D7-EFE0-43F4-BC55-7A2083C15BBF}">
      <dgm:prSet/>
      <dgm:spPr/>
      <dgm:t>
        <a:bodyPr/>
        <a:lstStyle/>
        <a:p>
          <a:r>
            <a:rPr lang="en-US"/>
            <a:t>Thousands of providers supported by </a:t>
          </a:r>
          <a:r>
            <a:rPr lang="en-US" b="1"/>
            <a:t>HashiCorp &amp; community</a:t>
          </a:r>
          <a:endParaRPr lang="en-US"/>
        </a:p>
      </dgm:t>
    </dgm:pt>
    <dgm:pt modelId="{87B1307D-CF36-49E0-986E-740F457CFF29}" type="parTrans" cxnId="{2D5A2B67-569E-4EFB-84B2-3F7A38F86B7A}">
      <dgm:prSet/>
      <dgm:spPr/>
      <dgm:t>
        <a:bodyPr/>
        <a:lstStyle/>
        <a:p>
          <a:endParaRPr lang="en-US"/>
        </a:p>
      </dgm:t>
    </dgm:pt>
    <dgm:pt modelId="{61FD9027-00FC-45C8-90A4-78A0FA2DDD0C}" type="sibTrans" cxnId="{2D5A2B67-569E-4EFB-84B2-3F7A38F86B7A}">
      <dgm:prSet/>
      <dgm:spPr/>
      <dgm:t>
        <a:bodyPr/>
        <a:lstStyle/>
        <a:p>
          <a:endParaRPr lang="en-US"/>
        </a:p>
      </dgm:t>
    </dgm:pt>
    <dgm:pt modelId="{0146111E-1924-4F8A-B659-E434AA9CDA86}">
      <dgm:prSet/>
      <dgm:spPr/>
      <dgm:t>
        <a:bodyPr/>
        <a:lstStyle/>
        <a:p>
          <a:r>
            <a:rPr lang="en-US"/>
            <a:t>Available in the </a:t>
          </a:r>
          <a:r>
            <a:rPr lang="en-US" b="1"/>
            <a:t>Terraform Registry</a:t>
          </a:r>
          <a:r>
            <a:rPr lang="en-US"/>
            <a:t> (AWS, Azure, GCP, Kubernetes, Helm, GitHub, Datadog, etc.)</a:t>
          </a:r>
        </a:p>
      </dgm:t>
    </dgm:pt>
    <dgm:pt modelId="{61CD9E24-831A-4C12-863F-471DCF97B9B0}" type="parTrans" cxnId="{E2C458BF-4C7F-4F92-9FDA-17820A107D91}">
      <dgm:prSet/>
      <dgm:spPr/>
      <dgm:t>
        <a:bodyPr/>
        <a:lstStyle/>
        <a:p>
          <a:endParaRPr lang="en-US"/>
        </a:p>
      </dgm:t>
    </dgm:pt>
    <dgm:pt modelId="{306CF6BE-BBDB-4B96-AC15-F9FF6BDDA52F}" type="sibTrans" cxnId="{E2C458BF-4C7F-4F92-9FDA-17820A107D91}">
      <dgm:prSet/>
      <dgm:spPr/>
      <dgm:t>
        <a:bodyPr/>
        <a:lstStyle/>
        <a:p>
          <a:endParaRPr lang="en-US"/>
        </a:p>
      </dgm:t>
    </dgm:pt>
    <dgm:pt modelId="{E47ED753-B62B-47C4-ABF0-AB1746894DA6}" type="pres">
      <dgm:prSet presAssocID="{2D2AF80F-D8D7-447A-A114-14C71B1355A0}" presName="vert0" presStyleCnt="0">
        <dgm:presLayoutVars>
          <dgm:dir/>
          <dgm:animOne val="branch"/>
          <dgm:animLvl val="lvl"/>
        </dgm:presLayoutVars>
      </dgm:prSet>
      <dgm:spPr/>
    </dgm:pt>
    <dgm:pt modelId="{A0D58503-0F1E-491C-A604-2F3806411911}" type="pres">
      <dgm:prSet presAssocID="{9A0FF3F8-6BBD-475F-8EF6-2B75E99D12F0}" presName="thickLine" presStyleLbl="alignNode1" presStyleIdx="0" presStyleCnt="4"/>
      <dgm:spPr/>
    </dgm:pt>
    <dgm:pt modelId="{0B1E7956-9438-45ED-90FE-69620D06DBC5}" type="pres">
      <dgm:prSet presAssocID="{9A0FF3F8-6BBD-475F-8EF6-2B75E99D12F0}" presName="horz1" presStyleCnt="0"/>
      <dgm:spPr/>
    </dgm:pt>
    <dgm:pt modelId="{723E14AA-7D7B-490F-AC1C-A2FD94685E0C}" type="pres">
      <dgm:prSet presAssocID="{9A0FF3F8-6BBD-475F-8EF6-2B75E99D12F0}" presName="tx1" presStyleLbl="revTx" presStyleIdx="0" presStyleCnt="4"/>
      <dgm:spPr/>
    </dgm:pt>
    <dgm:pt modelId="{548FBC37-B223-40BE-9D1C-CB81EE0D0488}" type="pres">
      <dgm:prSet presAssocID="{9A0FF3F8-6BBD-475F-8EF6-2B75E99D12F0}" presName="vert1" presStyleCnt="0"/>
      <dgm:spPr/>
    </dgm:pt>
    <dgm:pt modelId="{4E0CF661-6AE8-4EB3-8B26-155B48781C81}" type="pres">
      <dgm:prSet presAssocID="{F9C05179-A6B8-40D9-AA39-CDC31FBADD7B}" presName="thickLine" presStyleLbl="alignNode1" presStyleIdx="1" presStyleCnt="4"/>
      <dgm:spPr/>
    </dgm:pt>
    <dgm:pt modelId="{5DB74926-8B72-4D60-8A95-3E95AB7F5315}" type="pres">
      <dgm:prSet presAssocID="{F9C05179-A6B8-40D9-AA39-CDC31FBADD7B}" presName="horz1" presStyleCnt="0"/>
      <dgm:spPr/>
    </dgm:pt>
    <dgm:pt modelId="{F86E8576-9773-4071-9418-B962CBFB62AD}" type="pres">
      <dgm:prSet presAssocID="{F9C05179-A6B8-40D9-AA39-CDC31FBADD7B}" presName="tx1" presStyleLbl="revTx" presStyleIdx="1" presStyleCnt="4"/>
      <dgm:spPr/>
    </dgm:pt>
    <dgm:pt modelId="{F67C013B-7D44-4BE2-8293-FDBEF96D26B8}" type="pres">
      <dgm:prSet presAssocID="{F9C05179-A6B8-40D9-AA39-CDC31FBADD7B}" presName="vert1" presStyleCnt="0"/>
      <dgm:spPr/>
    </dgm:pt>
    <dgm:pt modelId="{E4A36FF3-EB95-4289-A4C3-69DF27415F33}" type="pres">
      <dgm:prSet presAssocID="{2B4691D7-EFE0-43F4-BC55-7A2083C15BBF}" presName="thickLine" presStyleLbl="alignNode1" presStyleIdx="2" presStyleCnt="4"/>
      <dgm:spPr/>
    </dgm:pt>
    <dgm:pt modelId="{7B0C4CD9-DB82-48B9-8E07-FB9372A94B8B}" type="pres">
      <dgm:prSet presAssocID="{2B4691D7-EFE0-43F4-BC55-7A2083C15BBF}" presName="horz1" presStyleCnt="0"/>
      <dgm:spPr/>
    </dgm:pt>
    <dgm:pt modelId="{BAB4C166-4E80-41BB-9BEC-7928ACBE91E7}" type="pres">
      <dgm:prSet presAssocID="{2B4691D7-EFE0-43F4-BC55-7A2083C15BBF}" presName="tx1" presStyleLbl="revTx" presStyleIdx="2" presStyleCnt="4"/>
      <dgm:spPr/>
    </dgm:pt>
    <dgm:pt modelId="{99B98FE9-4F7C-4732-888D-39471E9C1388}" type="pres">
      <dgm:prSet presAssocID="{2B4691D7-EFE0-43F4-BC55-7A2083C15BBF}" presName="vert1" presStyleCnt="0"/>
      <dgm:spPr/>
    </dgm:pt>
    <dgm:pt modelId="{BAAAF892-F15F-4305-AD88-F01EF63734A5}" type="pres">
      <dgm:prSet presAssocID="{0146111E-1924-4F8A-B659-E434AA9CDA86}" presName="thickLine" presStyleLbl="alignNode1" presStyleIdx="3" presStyleCnt="4"/>
      <dgm:spPr/>
    </dgm:pt>
    <dgm:pt modelId="{60CF3B54-50ED-4E6D-9A91-F7C8B75822CE}" type="pres">
      <dgm:prSet presAssocID="{0146111E-1924-4F8A-B659-E434AA9CDA86}" presName="horz1" presStyleCnt="0"/>
      <dgm:spPr/>
    </dgm:pt>
    <dgm:pt modelId="{F0AA2129-9F14-4F86-91B0-A592FC9716CE}" type="pres">
      <dgm:prSet presAssocID="{0146111E-1924-4F8A-B659-E434AA9CDA86}" presName="tx1" presStyleLbl="revTx" presStyleIdx="3" presStyleCnt="4"/>
      <dgm:spPr/>
    </dgm:pt>
    <dgm:pt modelId="{F1AEDB41-E33D-4F6A-A1F1-1DB4A48A6423}" type="pres">
      <dgm:prSet presAssocID="{0146111E-1924-4F8A-B659-E434AA9CDA86}" presName="vert1" presStyleCnt="0"/>
      <dgm:spPr/>
    </dgm:pt>
  </dgm:ptLst>
  <dgm:cxnLst>
    <dgm:cxn modelId="{74605A05-DE94-4709-A173-CE5ADCD7F4D0}" srcId="{2D2AF80F-D8D7-447A-A114-14C71B1355A0}" destId="{F9C05179-A6B8-40D9-AA39-CDC31FBADD7B}" srcOrd="1" destOrd="0" parTransId="{C4977493-7D28-4812-B80A-80E8AC83259B}" sibTransId="{655DE84A-2379-43C7-A355-48C80C78F326}"/>
    <dgm:cxn modelId="{E08DCA3A-19A2-4160-B114-49E478CB4DA1}" srcId="{2D2AF80F-D8D7-447A-A114-14C71B1355A0}" destId="{9A0FF3F8-6BBD-475F-8EF6-2B75E99D12F0}" srcOrd="0" destOrd="0" parTransId="{CED8A643-837E-4A21-BFC0-84FEA867DB70}" sibTransId="{53A84083-E4D6-4994-ACAA-E21D7CC3060D}"/>
    <dgm:cxn modelId="{2D5A2B67-569E-4EFB-84B2-3F7A38F86B7A}" srcId="{2D2AF80F-D8D7-447A-A114-14C71B1355A0}" destId="{2B4691D7-EFE0-43F4-BC55-7A2083C15BBF}" srcOrd="2" destOrd="0" parTransId="{87B1307D-CF36-49E0-986E-740F457CFF29}" sibTransId="{61FD9027-00FC-45C8-90A4-78A0FA2DDD0C}"/>
    <dgm:cxn modelId="{8566B877-039C-45AF-9444-E12FD2C89B51}" type="presOf" srcId="{2B4691D7-EFE0-43F4-BC55-7A2083C15BBF}" destId="{BAB4C166-4E80-41BB-9BEC-7928ACBE91E7}" srcOrd="0" destOrd="0" presId="urn:microsoft.com/office/officeart/2008/layout/LinedList"/>
    <dgm:cxn modelId="{3F5FBB83-BEA5-45B0-88DF-569A4AFD4B4C}" type="presOf" srcId="{2D2AF80F-D8D7-447A-A114-14C71B1355A0}" destId="{E47ED753-B62B-47C4-ABF0-AB1746894DA6}" srcOrd="0" destOrd="0" presId="urn:microsoft.com/office/officeart/2008/layout/LinedList"/>
    <dgm:cxn modelId="{0C2DC38D-9F94-4BF0-8590-1CCCECDF34B6}" type="presOf" srcId="{9A0FF3F8-6BBD-475F-8EF6-2B75E99D12F0}" destId="{723E14AA-7D7B-490F-AC1C-A2FD94685E0C}" srcOrd="0" destOrd="0" presId="urn:microsoft.com/office/officeart/2008/layout/LinedList"/>
    <dgm:cxn modelId="{BAAFD492-A385-4526-847F-84781C5E098E}" type="presOf" srcId="{0146111E-1924-4F8A-B659-E434AA9CDA86}" destId="{F0AA2129-9F14-4F86-91B0-A592FC9716CE}" srcOrd="0" destOrd="0" presId="urn:microsoft.com/office/officeart/2008/layout/LinedList"/>
    <dgm:cxn modelId="{E2C458BF-4C7F-4F92-9FDA-17820A107D91}" srcId="{2D2AF80F-D8D7-447A-A114-14C71B1355A0}" destId="{0146111E-1924-4F8A-B659-E434AA9CDA86}" srcOrd="3" destOrd="0" parTransId="{61CD9E24-831A-4C12-863F-471DCF97B9B0}" sibTransId="{306CF6BE-BBDB-4B96-AC15-F9FF6BDDA52F}"/>
    <dgm:cxn modelId="{7DA4B1E9-6E76-4AD6-854F-5F958A48D871}" type="presOf" srcId="{F9C05179-A6B8-40D9-AA39-CDC31FBADD7B}" destId="{F86E8576-9773-4071-9418-B962CBFB62AD}" srcOrd="0" destOrd="0" presId="urn:microsoft.com/office/officeart/2008/layout/LinedList"/>
    <dgm:cxn modelId="{28585BAF-B601-4B66-96B0-F32AA7CD5333}" type="presParOf" srcId="{E47ED753-B62B-47C4-ABF0-AB1746894DA6}" destId="{A0D58503-0F1E-491C-A604-2F3806411911}" srcOrd="0" destOrd="0" presId="urn:microsoft.com/office/officeart/2008/layout/LinedList"/>
    <dgm:cxn modelId="{C6A3E51C-852C-44DC-8F4A-D4CB50CC9599}" type="presParOf" srcId="{E47ED753-B62B-47C4-ABF0-AB1746894DA6}" destId="{0B1E7956-9438-45ED-90FE-69620D06DBC5}" srcOrd="1" destOrd="0" presId="urn:microsoft.com/office/officeart/2008/layout/LinedList"/>
    <dgm:cxn modelId="{E349967F-FA16-42D5-AD4B-8F269AFB91BF}" type="presParOf" srcId="{0B1E7956-9438-45ED-90FE-69620D06DBC5}" destId="{723E14AA-7D7B-490F-AC1C-A2FD94685E0C}" srcOrd="0" destOrd="0" presId="urn:microsoft.com/office/officeart/2008/layout/LinedList"/>
    <dgm:cxn modelId="{4BF8E4FB-DD8A-4F2E-89DD-9B2C40F22C5E}" type="presParOf" srcId="{0B1E7956-9438-45ED-90FE-69620D06DBC5}" destId="{548FBC37-B223-40BE-9D1C-CB81EE0D0488}" srcOrd="1" destOrd="0" presId="urn:microsoft.com/office/officeart/2008/layout/LinedList"/>
    <dgm:cxn modelId="{CD25FA22-4989-4920-8CEB-9DA6263EE83F}" type="presParOf" srcId="{E47ED753-B62B-47C4-ABF0-AB1746894DA6}" destId="{4E0CF661-6AE8-4EB3-8B26-155B48781C81}" srcOrd="2" destOrd="0" presId="urn:microsoft.com/office/officeart/2008/layout/LinedList"/>
    <dgm:cxn modelId="{8A1D4C63-6AF1-43BC-B114-369144155F5D}" type="presParOf" srcId="{E47ED753-B62B-47C4-ABF0-AB1746894DA6}" destId="{5DB74926-8B72-4D60-8A95-3E95AB7F5315}" srcOrd="3" destOrd="0" presId="urn:microsoft.com/office/officeart/2008/layout/LinedList"/>
    <dgm:cxn modelId="{D2EBF686-9047-47CE-8BB4-A7171A34B13B}" type="presParOf" srcId="{5DB74926-8B72-4D60-8A95-3E95AB7F5315}" destId="{F86E8576-9773-4071-9418-B962CBFB62AD}" srcOrd="0" destOrd="0" presId="urn:microsoft.com/office/officeart/2008/layout/LinedList"/>
    <dgm:cxn modelId="{62085A85-5914-48E4-B968-E80810734463}" type="presParOf" srcId="{5DB74926-8B72-4D60-8A95-3E95AB7F5315}" destId="{F67C013B-7D44-4BE2-8293-FDBEF96D26B8}" srcOrd="1" destOrd="0" presId="urn:microsoft.com/office/officeart/2008/layout/LinedList"/>
    <dgm:cxn modelId="{1CBEC472-1962-4DCD-8F14-8AAE7D3EA706}" type="presParOf" srcId="{E47ED753-B62B-47C4-ABF0-AB1746894DA6}" destId="{E4A36FF3-EB95-4289-A4C3-69DF27415F33}" srcOrd="4" destOrd="0" presId="urn:microsoft.com/office/officeart/2008/layout/LinedList"/>
    <dgm:cxn modelId="{08C2BCCE-B5BF-4FD8-8A75-BF200034E919}" type="presParOf" srcId="{E47ED753-B62B-47C4-ABF0-AB1746894DA6}" destId="{7B0C4CD9-DB82-48B9-8E07-FB9372A94B8B}" srcOrd="5" destOrd="0" presId="urn:microsoft.com/office/officeart/2008/layout/LinedList"/>
    <dgm:cxn modelId="{A55AC8A3-C4A7-49BF-8ACA-0B69EF1C0BCC}" type="presParOf" srcId="{7B0C4CD9-DB82-48B9-8E07-FB9372A94B8B}" destId="{BAB4C166-4E80-41BB-9BEC-7928ACBE91E7}" srcOrd="0" destOrd="0" presId="urn:microsoft.com/office/officeart/2008/layout/LinedList"/>
    <dgm:cxn modelId="{9F6C0480-81D1-45C3-8144-359C8BC53247}" type="presParOf" srcId="{7B0C4CD9-DB82-48B9-8E07-FB9372A94B8B}" destId="{99B98FE9-4F7C-4732-888D-39471E9C1388}" srcOrd="1" destOrd="0" presId="urn:microsoft.com/office/officeart/2008/layout/LinedList"/>
    <dgm:cxn modelId="{7D6828F6-3962-4EB1-82B1-1F11CD29833B}" type="presParOf" srcId="{E47ED753-B62B-47C4-ABF0-AB1746894DA6}" destId="{BAAAF892-F15F-4305-AD88-F01EF63734A5}" srcOrd="6" destOrd="0" presId="urn:microsoft.com/office/officeart/2008/layout/LinedList"/>
    <dgm:cxn modelId="{C08CC8C6-7648-4B72-9A98-DA6EA26ADFB3}" type="presParOf" srcId="{E47ED753-B62B-47C4-ABF0-AB1746894DA6}" destId="{60CF3B54-50ED-4E6D-9A91-F7C8B75822CE}" srcOrd="7" destOrd="0" presId="urn:microsoft.com/office/officeart/2008/layout/LinedList"/>
    <dgm:cxn modelId="{D8655648-FA87-4ED8-A8E6-0E30A2C62AA2}" type="presParOf" srcId="{60CF3B54-50ED-4E6D-9A91-F7C8B75822CE}" destId="{F0AA2129-9F14-4F86-91B0-A592FC9716CE}" srcOrd="0" destOrd="0" presId="urn:microsoft.com/office/officeart/2008/layout/LinedList"/>
    <dgm:cxn modelId="{AD3401CB-752B-4B68-BCC1-3CE4A795BED0}" type="presParOf" srcId="{60CF3B54-50ED-4E6D-9A91-F7C8B75822CE}" destId="{F1AEDB41-E33D-4F6A-A1F1-1DB4A48A64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41C690-3701-45F1-A23E-9B264AE51B9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854465-5042-469E-B1E0-2060170DEE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terraform validate is a Terraform CLI command that </a:t>
          </a:r>
          <a:r>
            <a:rPr lang="en-US" b="1"/>
            <a:t>checks whether your configuration files are syntactically correct and internally consistent</a:t>
          </a:r>
          <a:r>
            <a:rPr lang="en-US"/>
            <a:t>.</a:t>
          </a:r>
        </a:p>
      </dgm:t>
    </dgm:pt>
    <dgm:pt modelId="{6E40E166-D77A-4EE8-B88A-F6B4B5765BC1}" type="parTrans" cxnId="{3D47B348-84FD-4E86-A24C-12E7EB0A04DF}">
      <dgm:prSet/>
      <dgm:spPr/>
      <dgm:t>
        <a:bodyPr/>
        <a:lstStyle/>
        <a:p>
          <a:endParaRPr lang="en-US"/>
        </a:p>
      </dgm:t>
    </dgm:pt>
    <dgm:pt modelId="{CB99AC88-44DF-42BF-8167-85568573F985}" type="sibTrans" cxnId="{3D47B348-84FD-4E86-A24C-12E7EB0A04DF}">
      <dgm:prSet/>
      <dgm:spPr/>
      <dgm:t>
        <a:bodyPr/>
        <a:lstStyle/>
        <a:p>
          <a:endParaRPr lang="en-US"/>
        </a:p>
      </dgm:t>
    </dgm:pt>
    <dgm:pt modelId="{FC9C9FE6-4F82-4F5D-8826-1E3766C4FC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</a:t>
          </a:r>
          <a:r>
            <a:rPr lang="en-US" b="1"/>
            <a:t>does NOT</a:t>
          </a:r>
          <a:r>
            <a:rPr lang="en-US"/>
            <a:t> contact the cloud provider (Azure, AWS, GCP) and </a:t>
          </a:r>
          <a:r>
            <a:rPr lang="en-US" b="1"/>
            <a:t>does NOT</a:t>
          </a:r>
          <a:r>
            <a:rPr lang="en-US"/>
            <a:t> check if resources actually exist.</a:t>
          </a:r>
        </a:p>
      </dgm:t>
    </dgm:pt>
    <dgm:pt modelId="{026741EC-A714-4485-8339-BCEA60D8A277}" type="parTrans" cxnId="{63DE7646-9611-4A56-A553-E42E2303EE55}">
      <dgm:prSet/>
      <dgm:spPr/>
      <dgm:t>
        <a:bodyPr/>
        <a:lstStyle/>
        <a:p>
          <a:endParaRPr lang="en-US"/>
        </a:p>
      </dgm:t>
    </dgm:pt>
    <dgm:pt modelId="{8DFA6F94-B8F6-4377-900B-B5E89BD3BA60}" type="sibTrans" cxnId="{63DE7646-9611-4A56-A553-E42E2303EE55}">
      <dgm:prSet/>
      <dgm:spPr/>
      <dgm:t>
        <a:bodyPr/>
        <a:lstStyle/>
        <a:p>
          <a:endParaRPr lang="en-US"/>
        </a:p>
      </dgm:t>
    </dgm:pt>
    <dgm:pt modelId="{D86D7401-3D09-4489-B1F5-B7E3138BEB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only validates </a:t>
          </a:r>
          <a:r>
            <a:rPr lang="en-US" b="1"/>
            <a:t>your Terraform code</a:t>
          </a:r>
          <a:r>
            <a:rPr lang="en-US"/>
            <a:t>.</a:t>
          </a:r>
        </a:p>
      </dgm:t>
    </dgm:pt>
    <dgm:pt modelId="{5CEE2BB4-5D5E-4C70-8BBC-C969C513BA61}" type="parTrans" cxnId="{D856664A-06BB-4786-9E7C-FC90EE764531}">
      <dgm:prSet/>
      <dgm:spPr/>
      <dgm:t>
        <a:bodyPr/>
        <a:lstStyle/>
        <a:p>
          <a:endParaRPr lang="en-US"/>
        </a:p>
      </dgm:t>
    </dgm:pt>
    <dgm:pt modelId="{C40F6A91-5A35-4BB2-B765-87403663C4AA}" type="sibTrans" cxnId="{D856664A-06BB-4786-9E7C-FC90EE764531}">
      <dgm:prSet/>
      <dgm:spPr/>
      <dgm:t>
        <a:bodyPr/>
        <a:lstStyle/>
        <a:p>
          <a:endParaRPr lang="en-US"/>
        </a:p>
      </dgm:t>
    </dgm:pt>
    <dgm:pt modelId="{6EBF467A-A01F-49CB-8556-83EB95B0AA5D}" type="pres">
      <dgm:prSet presAssocID="{D641C690-3701-45F1-A23E-9B264AE51B94}" presName="root" presStyleCnt="0">
        <dgm:presLayoutVars>
          <dgm:dir/>
          <dgm:resizeHandles val="exact"/>
        </dgm:presLayoutVars>
      </dgm:prSet>
      <dgm:spPr/>
    </dgm:pt>
    <dgm:pt modelId="{69CB0D3C-9A03-4AA4-B280-FEB5134692DA}" type="pres">
      <dgm:prSet presAssocID="{0B854465-5042-469E-B1E0-2060170DEE0A}" presName="compNode" presStyleCnt="0"/>
      <dgm:spPr/>
    </dgm:pt>
    <dgm:pt modelId="{6A39B39F-FD31-4B2D-9E9A-D2B0B7EF9E1C}" type="pres">
      <dgm:prSet presAssocID="{0B854465-5042-469E-B1E0-2060170DEE0A}" presName="bgRect" presStyleLbl="bgShp" presStyleIdx="0" presStyleCnt="3"/>
      <dgm:spPr/>
    </dgm:pt>
    <dgm:pt modelId="{F612E60C-5BE1-4B2B-99FA-BE3B8E49B468}" type="pres">
      <dgm:prSet presAssocID="{0B854465-5042-469E-B1E0-2060170DEE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F7C30B6-0F37-4013-86B0-68BD03EE09C0}" type="pres">
      <dgm:prSet presAssocID="{0B854465-5042-469E-B1E0-2060170DEE0A}" presName="spaceRect" presStyleCnt="0"/>
      <dgm:spPr/>
    </dgm:pt>
    <dgm:pt modelId="{EAA0AB28-D624-42F0-9743-77DEE4B4BE98}" type="pres">
      <dgm:prSet presAssocID="{0B854465-5042-469E-B1E0-2060170DEE0A}" presName="parTx" presStyleLbl="revTx" presStyleIdx="0" presStyleCnt="3">
        <dgm:presLayoutVars>
          <dgm:chMax val="0"/>
          <dgm:chPref val="0"/>
        </dgm:presLayoutVars>
      </dgm:prSet>
      <dgm:spPr/>
    </dgm:pt>
    <dgm:pt modelId="{C6D2B1F5-86E6-4075-AB68-B7D42F4B9146}" type="pres">
      <dgm:prSet presAssocID="{CB99AC88-44DF-42BF-8167-85568573F985}" presName="sibTrans" presStyleCnt="0"/>
      <dgm:spPr/>
    </dgm:pt>
    <dgm:pt modelId="{D3622D43-A949-4A6C-A5E1-8495C9DFAC6B}" type="pres">
      <dgm:prSet presAssocID="{FC9C9FE6-4F82-4F5D-8826-1E3766C4FC07}" presName="compNode" presStyleCnt="0"/>
      <dgm:spPr/>
    </dgm:pt>
    <dgm:pt modelId="{A435DAA5-849F-46C0-9956-8ECC089702D4}" type="pres">
      <dgm:prSet presAssocID="{FC9C9FE6-4F82-4F5D-8826-1E3766C4FC07}" presName="bgRect" presStyleLbl="bgShp" presStyleIdx="1" presStyleCnt="3"/>
      <dgm:spPr/>
    </dgm:pt>
    <dgm:pt modelId="{36031639-6A69-4C2D-80B4-BEBDBD16B796}" type="pres">
      <dgm:prSet presAssocID="{FC9C9FE6-4F82-4F5D-8826-1E3766C4FC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2603BEB-B8A2-4B55-ABD5-7649A2A72756}" type="pres">
      <dgm:prSet presAssocID="{FC9C9FE6-4F82-4F5D-8826-1E3766C4FC07}" presName="spaceRect" presStyleCnt="0"/>
      <dgm:spPr/>
    </dgm:pt>
    <dgm:pt modelId="{4E985D24-D58A-4633-B19C-17DE25075457}" type="pres">
      <dgm:prSet presAssocID="{FC9C9FE6-4F82-4F5D-8826-1E3766C4FC07}" presName="parTx" presStyleLbl="revTx" presStyleIdx="1" presStyleCnt="3">
        <dgm:presLayoutVars>
          <dgm:chMax val="0"/>
          <dgm:chPref val="0"/>
        </dgm:presLayoutVars>
      </dgm:prSet>
      <dgm:spPr/>
    </dgm:pt>
    <dgm:pt modelId="{CAC65779-46F5-429D-9CC2-21296C2AE805}" type="pres">
      <dgm:prSet presAssocID="{8DFA6F94-B8F6-4377-900B-B5E89BD3BA60}" presName="sibTrans" presStyleCnt="0"/>
      <dgm:spPr/>
    </dgm:pt>
    <dgm:pt modelId="{0E08BD5E-839C-4F08-B8C9-73EA07F1AAE2}" type="pres">
      <dgm:prSet presAssocID="{D86D7401-3D09-4489-B1F5-B7E3138BEB15}" presName="compNode" presStyleCnt="0"/>
      <dgm:spPr/>
    </dgm:pt>
    <dgm:pt modelId="{B7F66105-0A82-4F0B-82FA-F7414039BF7D}" type="pres">
      <dgm:prSet presAssocID="{D86D7401-3D09-4489-B1F5-B7E3138BEB15}" presName="bgRect" presStyleLbl="bgShp" presStyleIdx="2" presStyleCnt="3"/>
      <dgm:spPr/>
    </dgm:pt>
    <dgm:pt modelId="{3BC628C1-1E71-4F93-AF34-EF9A4BF4FE13}" type="pres">
      <dgm:prSet presAssocID="{D86D7401-3D09-4489-B1F5-B7E3138BEB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BDBE774-7EE0-47E4-B207-F9F89C48EDBC}" type="pres">
      <dgm:prSet presAssocID="{D86D7401-3D09-4489-B1F5-B7E3138BEB15}" presName="spaceRect" presStyleCnt="0"/>
      <dgm:spPr/>
    </dgm:pt>
    <dgm:pt modelId="{E7B2D6B0-E838-47E6-9C79-2A01C6C915CE}" type="pres">
      <dgm:prSet presAssocID="{D86D7401-3D09-4489-B1F5-B7E3138BEB1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7CDA64-1683-4445-9556-178E0CDB9503}" type="presOf" srcId="{D641C690-3701-45F1-A23E-9B264AE51B94}" destId="{6EBF467A-A01F-49CB-8556-83EB95B0AA5D}" srcOrd="0" destOrd="0" presId="urn:microsoft.com/office/officeart/2018/2/layout/IconVerticalSolidList"/>
    <dgm:cxn modelId="{63DE7646-9611-4A56-A553-E42E2303EE55}" srcId="{D641C690-3701-45F1-A23E-9B264AE51B94}" destId="{FC9C9FE6-4F82-4F5D-8826-1E3766C4FC07}" srcOrd="1" destOrd="0" parTransId="{026741EC-A714-4485-8339-BCEA60D8A277}" sibTransId="{8DFA6F94-B8F6-4377-900B-B5E89BD3BA60}"/>
    <dgm:cxn modelId="{3D47B348-84FD-4E86-A24C-12E7EB0A04DF}" srcId="{D641C690-3701-45F1-A23E-9B264AE51B94}" destId="{0B854465-5042-469E-B1E0-2060170DEE0A}" srcOrd="0" destOrd="0" parTransId="{6E40E166-D77A-4EE8-B88A-F6B4B5765BC1}" sibTransId="{CB99AC88-44DF-42BF-8167-85568573F985}"/>
    <dgm:cxn modelId="{D856664A-06BB-4786-9E7C-FC90EE764531}" srcId="{D641C690-3701-45F1-A23E-9B264AE51B94}" destId="{D86D7401-3D09-4489-B1F5-B7E3138BEB15}" srcOrd="2" destOrd="0" parTransId="{5CEE2BB4-5D5E-4C70-8BBC-C969C513BA61}" sibTransId="{C40F6A91-5A35-4BB2-B765-87403663C4AA}"/>
    <dgm:cxn modelId="{96418A59-8FA9-4210-BF46-6EE0A92DE772}" type="presOf" srcId="{FC9C9FE6-4F82-4F5D-8826-1E3766C4FC07}" destId="{4E985D24-D58A-4633-B19C-17DE25075457}" srcOrd="0" destOrd="0" presId="urn:microsoft.com/office/officeart/2018/2/layout/IconVerticalSolidList"/>
    <dgm:cxn modelId="{FA85C39E-5063-4EE2-BFEA-4991B0DDD831}" type="presOf" srcId="{D86D7401-3D09-4489-B1F5-B7E3138BEB15}" destId="{E7B2D6B0-E838-47E6-9C79-2A01C6C915CE}" srcOrd="0" destOrd="0" presId="urn:microsoft.com/office/officeart/2018/2/layout/IconVerticalSolidList"/>
    <dgm:cxn modelId="{01CE58A9-FF6C-4866-91B1-287D793011AB}" type="presOf" srcId="{0B854465-5042-469E-B1E0-2060170DEE0A}" destId="{EAA0AB28-D624-42F0-9743-77DEE4B4BE98}" srcOrd="0" destOrd="0" presId="urn:microsoft.com/office/officeart/2018/2/layout/IconVerticalSolidList"/>
    <dgm:cxn modelId="{54F22E6B-4F33-474F-8E7A-B90E9904C91E}" type="presParOf" srcId="{6EBF467A-A01F-49CB-8556-83EB95B0AA5D}" destId="{69CB0D3C-9A03-4AA4-B280-FEB5134692DA}" srcOrd="0" destOrd="0" presId="urn:microsoft.com/office/officeart/2018/2/layout/IconVerticalSolidList"/>
    <dgm:cxn modelId="{3C7F2F7B-51E6-4BFA-9F21-926C1FEF9949}" type="presParOf" srcId="{69CB0D3C-9A03-4AA4-B280-FEB5134692DA}" destId="{6A39B39F-FD31-4B2D-9E9A-D2B0B7EF9E1C}" srcOrd="0" destOrd="0" presId="urn:microsoft.com/office/officeart/2018/2/layout/IconVerticalSolidList"/>
    <dgm:cxn modelId="{E360B4A8-14DA-444F-9328-14FDE265A81D}" type="presParOf" srcId="{69CB0D3C-9A03-4AA4-B280-FEB5134692DA}" destId="{F612E60C-5BE1-4B2B-99FA-BE3B8E49B468}" srcOrd="1" destOrd="0" presId="urn:microsoft.com/office/officeart/2018/2/layout/IconVerticalSolidList"/>
    <dgm:cxn modelId="{10D3F53B-2D15-4D26-9C90-E746731AB4AB}" type="presParOf" srcId="{69CB0D3C-9A03-4AA4-B280-FEB5134692DA}" destId="{AF7C30B6-0F37-4013-86B0-68BD03EE09C0}" srcOrd="2" destOrd="0" presId="urn:microsoft.com/office/officeart/2018/2/layout/IconVerticalSolidList"/>
    <dgm:cxn modelId="{554162BE-8CAB-4E73-9213-26E197C9900B}" type="presParOf" srcId="{69CB0D3C-9A03-4AA4-B280-FEB5134692DA}" destId="{EAA0AB28-D624-42F0-9743-77DEE4B4BE98}" srcOrd="3" destOrd="0" presId="urn:microsoft.com/office/officeart/2018/2/layout/IconVerticalSolidList"/>
    <dgm:cxn modelId="{E02FCF06-8F38-4324-B794-717C0E371E81}" type="presParOf" srcId="{6EBF467A-A01F-49CB-8556-83EB95B0AA5D}" destId="{C6D2B1F5-86E6-4075-AB68-B7D42F4B9146}" srcOrd="1" destOrd="0" presId="urn:microsoft.com/office/officeart/2018/2/layout/IconVerticalSolidList"/>
    <dgm:cxn modelId="{6F60D600-54C8-4308-85C1-2B51959156B3}" type="presParOf" srcId="{6EBF467A-A01F-49CB-8556-83EB95B0AA5D}" destId="{D3622D43-A949-4A6C-A5E1-8495C9DFAC6B}" srcOrd="2" destOrd="0" presId="urn:microsoft.com/office/officeart/2018/2/layout/IconVerticalSolidList"/>
    <dgm:cxn modelId="{FA1E9758-3FB6-4BF1-A367-98DDCB45B3A8}" type="presParOf" srcId="{D3622D43-A949-4A6C-A5E1-8495C9DFAC6B}" destId="{A435DAA5-849F-46C0-9956-8ECC089702D4}" srcOrd="0" destOrd="0" presId="urn:microsoft.com/office/officeart/2018/2/layout/IconVerticalSolidList"/>
    <dgm:cxn modelId="{54EBF9DC-36A7-491E-9A13-75BA859BA075}" type="presParOf" srcId="{D3622D43-A949-4A6C-A5E1-8495C9DFAC6B}" destId="{36031639-6A69-4C2D-80B4-BEBDBD16B796}" srcOrd="1" destOrd="0" presId="urn:microsoft.com/office/officeart/2018/2/layout/IconVerticalSolidList"/>
    <dgm:cxn modelId="{B58A2C81-46AB-48F7-83F1-9512A7CFD09D}" type="presParOf" srcId="{D3622D43-A949-4A6C-A5E1-8495C9DFAC6B}" destId="{02603BEB-B8A2-4B55-ABD5-7649A2A72756}" srcOrd="2" destOrd="0" presId="urn:microsoft.com/office/officeart/2018/2/layout/IconVerticalSolidList"/>
    <dgm:cxn modelId="{24477233-CA5C-4307-87D5-8C49E061E38E}" type="presParOf" srcId="{D3622D43-A949-4A6C-A5E1-8495C9DFAC6B}" destId="{4E985D24-D58A-4633-B19C-17DE25075457}" srcOrd="3" destOrd="0" presId="urn:microsoft.com/office/officeart/2018/2/layout/IconVerticalSolidList"/>
    <dgm:cxn modelId="{02FE26C6-0A78-4B66-80E8-EAC658212390}" type="presParOf" srcId="{6EBF467A-A01F-49CB-8556-83EB95B0AA5D}" destId="{CAC65779-46F5-429D-9CC2-21296C2AE805}" srcOrd="3" destOrd="0" presId="urn:microsoft.com/office/officeart/2018/2/layout/IconVerticalSolidList"/>
    <dgm:cxn modelId="{DCEC2DDC-3BBE-4748-BA01-E6E0A44F69FA}" type="presParOf" srcId="{6EBF467A-A01F-49CB-8556-83EB95B0AA5D}" destId="{0E08BD5E-839C-4F08-B8C9-73EA07F1AAE2}" srcOrd="4" destOrd="0" presId="urn:microsoft.com/office/officeart/2018/2/layout/IconVerticalSolidList"/>
    <dgm:cxn modelId="{00237F89-9E0C-442B-A853-EE47256A9AA9}" type="presParOf" srcId="{0E08BD5E-839C-4F08-B8C9-73EA07F1AAE2}" destId="{B7F66105-0A82-4F0B-82FA-F7414039BF7D}" srcOrd="0" destOrd="0" presId="urn:microsoft.com/office/officeart/2018/2/layout/IconVerticalSolidList"/>
    <dgm:cxn modelId="{E9BE7BFD-EA44-4EEA-8651-821E382EA3AB}" type="presParOf" srcId="{0E08BD5E-839C-4F08-B8C9-73EA07F1AAE2}" destId="{3BC628C1-1E71-4F93-AF34-EF9A4BF4FE13}" srcOrd="1" destOrd="0" presId="urn:microsoft.com/office/officeart/2018/2/layout/IconVerticalSolidList"/>
    <dgm:cxn modelId="{216DE2EE-EFDC-4170-958F-78DA3E62F9FC}" type="presParOf" srcId="{0E08BD5E-839C-4F08-B8C9-73EA07F1AAE2}" destId="{BBDBE774-7EE0-47E4-B207-F9F89C48EDBC}" srcOrd="2" destOrd="0" presId="urn:microsoft.com/office/officeart/2018/2/layout/IconVerticalSolidList"/>
    <dgm:cxn modelId="{FD28A35E-35E1-492F-86C5-B726B938592B}" type="presParOf" srcId="{0E08BD5E-839C-4F08-B8C9-73EA07F1AAE2}" destId="{E7B2D6B0-E838-47E6-9C79-2A01C6C915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8A6934-3EF8-4EBD-B61A-54120EDD4100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F30824-90D9-4E6A-BE0C-21FADC238CF1}">
      <dgm:prSet/>
      <dgm:spPr/>
      <dgm:t>
        <a:bodyPr/>
        <a:lstStyle/>
        <a:p>
          <a:r>
            <a:rPr lang="en-US"/>
            <a:t>terraform plan shows what </a:t>
          </a:r>
          <a:r>
            <a:rPr lang="en-US" b="1"/>
            <a:t>changes Terraform will make</a:t>
          </a:r>
          <a:r>
            <a:rPr lang="en-US"/>
            <a:t> to your infrastructure </a:t>
          </a:r>
          <a:r>
            <a:rPr lang="en-US" b="1"/>
            <a:t>before</a:t>
          </a:r>
          <a:r>
            <a:rPr lang="en-US"/>
            <a:t> applying them.</a:t>
          </a:r>
        </a:p>
      </dgm:t>
    </dgm:pt>
    <dgm:pt modelId="{4C6DAE14-43EA-433A-9841-2C2F916DA302}" type="parTrans" cxnId="{7958D186-71FF-44E6-8C34-6CB366E1C117}">
      <dgm:prSet/>
      <dgm:spPr/>
      <dgm:t>
        <a:bodyPr/>
        <a:lstStyle/>
        <a:p>
          <a:endParaRPr lang="en-US"/>
        </a:p>
      </dgm:t>
    </dgm:pt>
    <dgm:pt modelId="{AD34B587-E925-4BC8-8237-931F2D8CD5E5}" type="sibTrans" cxnId="{7958D186-71FF-44E6-8C34-6CB366E1C1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B6098F-ABE4-444D-8B4C-8D1691DDB54E}">
      <dgm:prSet/>
      <dgm:spPr/>
      <dgm:t>
        <a:bodyPr/>
        <a:lstStyle/>
        <a:p>
          <a:r>
            <a:rPr lang="en-US"/>
            <a:t>Think of it as a </a:t>
          </a:r>
          <a:r>
            <a:rPr lang="en-US" b="1"/>
            <a:t>preview</a:t>
          </a:r>
          <a:r>
            <a:rPr lang="en-US"/>
            <a:t> or </a:t>
          </a:r>
          <a:r>
            <a:rPr lang="en-US" b="1"/>
            <a:t>dry run</a:t>
          </a:r>
          <a:r>
            <a:rPr lang="en-US"/>
            <a:t> to ensure the expected changes are correct.</a:t>
          </a:r>
        </a:p>
      </dgm:t>
    </dgm:pt>
    <dgm:pt modelId="{EE218BFA-A3E6-4A27-B1C8-EB44DE848D3E}" type="parTrans" cxnId="{A9E69A52-481E-4348-BDC8-F7B292A7996B}">
      <dgm:prSet/>
      <dgm:spPr/>
      <dgm:t>
        <a:bodyPr/>
        <a:lstStyle/>
        <a:p>
          <a:endParaRPr lang="en-US"/>
        </a:p>
      </dgm:t>
    </dgm:pt>
    <dgm:pt modelId="{1534ECC3-51CC-4580-BAF0-E85BF7DC02FA}" type="sibTrans" cxnId="{A9E69A52-481E-4348-BDC8-F7B292A799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A5E00D-7E47-42E7-A119-4000C59853A1}">
      <dgm:prSet/>
      <dgm:spPr/>
      <dgm:t>
        <a:bodyPr/>
        <a:lstStyle/>
        <a:p>
          <a:r>
            <a:rPr lang="en-US"/>
            <a:t>It does </a:t>
          </a:r>
          <a:r>
            <a:rPr lang="en-US" b="1"/>
            <a:t>not</a:t>
          </a:r>
          <a:r>
            <a:rPr lang="en-US"/>
            <a:t> create, update, or delete resources—it only </a:t>
          </a:r>
          <a:r>
            <a:rPr lang="en-US" b="1"/>
            <a:t>shows the execution plan</a:t>
          </a:r>
          <a:r>
            <a:rPr lang="en-US"/>
            <a:t>.</a:t>
          </a:r>
        </a:p>
      </dgm:t>
    </dgm:pt>
    <dgm:pt modelId="{C63931B1-13FA-4CF0-9EF4-41F3714BF7B6}" type="parTrans" cxnId="{763AEC5A-8E72-4D5B-ABA0-0C05433A0932}">
      <dgm:prSet/>
      <dgm:spPr/>
      <dgm:t>
        <a:bodyPr/>
        <a:lstStyle/>
        <a:p>
          <a:endParaRPr lang="en-US"/>
        </a:p>
      </dgm:t>
    </dgm:pt>
    <dgm:pt modelId="{5DF8656F-84F0-4F67-827D-FCB415FE2DDE}" type="sibTrans" cxnId="{763AEC5A-8E72-4D5B-ABA0-0C05433A0932}">
      <dgm:prSet/>
      <dgm:spPr/>
      <dgm:t>
        <a:bodyPr/>
        <a:lstStyle/>
        <a:p>
          <a:endParaRPr lang="en-US"/>
        </a:p>
      </dgm:t>
    </dgm:pt>
    <dgm:pt modelId="{2B6F6E07-21AA-4F8B-B521-3B5C2B912F5F}" type="pres">
      <dgm:prSet presAssocID="{908A6934-3EF8-4EBD-B61A-54120EDD4100}" presName="diagram" presStyleCnt="0">
        <dgm:presLayoutVars>
          <dgm:dir/>
          <dgm:resizeHandles val="exact"/>
        </dgm:presLayoutVars>
      </dgm:prSet>
      <dgm:spPr/>
    </dgm:pt>
    <dgm:pt modelId="{EAA09EA0-730B-4E38-A0DE-D881FAF5F92C}" type="pres">
      <dgm:prSet presAssocID="{7EF30824-90D9-4E6A-BE0C-21FADC238CF1}" presName="node" presStyleLbl="node1" presStyleIdx="0" presStyleCnt="3">
        <dgm:presLayoutVars>
          <dgm:bulletEnabled val="1"/>
        </dgm:presLayoutVars>
      </dgm:prSet>
      <dgm:spPr/>
    </dgm:pt>
    <dgm:pt modelId="{4DE6E872-7988-4111-8600-0E9292C2A0E8}" type="pres">
      <dgm:prSet presAssocID="{AD34B587-E925-4BC8-8237-931F2D8CD5E5}" presName="sibTrans" presStyleCnt="0"/>
      <dgm:spPr/>
    </dgm:pt>
    <dgm:pt modelId="{5EE8628E-B6B1-413D-A2D0-7FE35DBD13D3}" type="pres">
      <dgm:prSet presAssocID="{8BB6098F-ABE4-444D-8B4C-8D1691DDB54E}" presName="node" presStyleLbl="node1" presStyleIdx="1" presStyleCnt="3">
        <dgm:presLayoutVars>
          <dgm:bulletEnabled val="1"/>
        </dgm:presLayoutVars>
      </dgm:prSet>
      <dgm:spPr/>
    </dgm:pt>
    <dgm:pt modelId="{D1A920FA-9965-48E1-8360-22447EE778C0}" type="pres">
      <dgm:prSet presAssocID="{1534ECC3-51CC-4580-BAF0-E85BF7DC02FA}" presName="sibTrans" presStyleCnt="0"/>
      <dgm:spPr/>
    </dgm:pt>
    <dgm:pt modelId="{C11699FA-A666-4499-A2B9-DD176043EE04}" type="pres">
      <dgm:prSet presAssocID="{7DA5E00D-7E47-42E7-A119-4000C59853A1}" presName="node" presStyleLbl="node1" presStyleIdx="2" presStyleCnt="3">
        <dgm:presLayoutVars>
          <dgm:bulletEnabled val="1"/>
        </dgm:presLayoutVars>
      </dgm:prSet>
      <dgm:spPr/>
    </dgm:pt>
  </dgm:ptLst>
  <dgm:cxnLst>
    <dgm:cxn modelId="{C6E97C62-4CE3-464A-853C-4D3DA54915A6}" type="presOf" srcId="{7DA5E00D-7E47-42E7-A119-4000C59853A1}" destId="{C11699FA-A666-4499-A2B9-DD176043EE04}" srcOrd="0" destOrd="0" presId="urn:microsoft.com/office/officeart/2005/8/layout/default"/>
    <dgm:cxn modelId="{F4B25045-DF2E-4862-8765-C18CB24948E3}" type="presOf" srcId="{8BB6098F-ABE4-444D-8B4C-8D1691DDB54E}" destId="{5EE8628E-B6B1-413D-A2D0-7FE35DBD13D3}" srcOrd="0" destOrd="0" presId="urn:microsoft.com/office/officeart/2005/8/layout/default"/>
    <dgm:cxn modelId="{52A84D71-2F0C-47B8-8D7C-49BEC8835B8B}" type="presOf" srcId="{908A6934-3EF8-4EBD-B61A-54120EDD4100}" destId="{2B6F6E07-21AA-4F8B-B521-3B5C2B912F5F}" srcOrd="0" destOrd="0" presId="urn:microsoft.com/office/officeart/2005/8/layout/default"/>
    <dgm:cxn modelId="{A9E69A52-481E-4348-BDC8-F7B292A7996B}" srcId="{908A6934-3EF8-4EBD-B61A-54120EDD4100}" destId="{8BB6098F-ABE4-444D-8B4C-8D1691DDB54E}" srcOrd="1" destOrd="0" parTransId="{EE218BFA-A3E6-4A27-B1C8-EB44DE848D3E}" sibTransId="{1534ECC3-51CC-4580-BAF0-E85BF7DC02FA}"/>
    <dgm:cxn modelId="{763AEC5A-8E72-4D5B-ABA0-0C05433A0932}" srcId="{908A6934-3EF8-4EBD-B61A-54120EDD4100}" destId="{7DA5E00D-7E47-42E7-A119-4000C59853A1}" srcOrd="2" destOrd="0" parTransId="{C63931B1-13FA-4CF0-9EF4-41F3714BF7B6}" sibTransId="{5DF8656F-84F0-4F67-827D-FCB415FE2DDE}"/>
    <dgm:cxn modelId="{7958D186-71FF-44E6-8C34-6CB366E1C117}" srcId="{908A6934-3EF8-4EBD-B61A-54120EDD4100}" destId="{7EF30824-90D9-4E6A-BE0C-21FADC238CF1}" srcOrd="0" destOrd="0" parTransId="{4C6DAE14-43EA-433A-9841-2C2F916DA302}" sibTransId="{AD34B587-E925-4BC8-8237-931F2D8CD5E5}"/>
    <dgm:cxn modelId="{250DC293-C16F-4B9C-B50F-97C1FD9C117E}" type="presOf" srcId="{7EF30824-90D9-4E6A-BE0C-21FADC238CF1}" destId="{EAA09EA0-730B-4E38-A0DE-D881FAF5F92C}" srcOrd="0" destOrd="0" presId="urn:microsoft.com/office/officeart/2005/8/layout/default"/>
    <dgm:cxn modelId="{6D04217F-98FA-4F63-B639-3607A9ADA520}" type="presParOf" srcId="{2B6F6E07-21AA-4F8B-B521-3B5C2B912F5F}" destId="{EAA09EA0-730B-4E38-A0DE-D881FAF5F92C}" srcOrd="0" destOrd="0" presId="urn:microsoft.com/office/officeart/2005/8/layout/default"/>
    <dgm:cxn modelId="{B6CA9680-84F3-4C05-BAFE-85C600CBB6F7}" type="presParOf" srcId="{2B6F6E07-21AA-4F8B-B521-3B5C2B912F5F}" destId="{4DE6E872-7988-4111-8600-0E9292C2A0E8}" srcOrd="1" destOrd="0" presId="urn:microsoft.com/office/officeart/2005/8/layout/default"/>
    <dgm:cxn modelId="{ADE0B105-664C-4AD0-8470-8ED4DD54DF71}" type="presParOf" srcId="{2B6F6E07-21AA-4F8B-B521-3B5C2B912F5F}" destId="{5EE8628E-B6B1-413D-A2D0-7FE35DBD13D3}" srcOrd="2" destOrd="0" presId="urn:microsoft.com/office/officeart/2005/8/layout/default"/>
    <dgm:cxn modelId="{9145B186-570F-4979-BE28-DA0353BD3827}" type="presParOf" srcId="{2B6F6E07-21AA-4F8B-B521-3B5C2B912F5F}" destId="{D1A920FA-9965-48E1-8360-22447EE778C0}" srcOrd="3" destOrd="0" presId="urn:microsoft.com/office/officeart/2005/8/layout/default"/>
    <dgm:cxn modelId="{6393C925-8808-40B6-AC63-627FD6652BB1}" type="presParOf" srcId="{2B6F6E07-21AA-4F8B-B521-3B5C2B912F5F}" destId="{C11699FA-A666-4499-A2B9-DD176043EE0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CF31A4-C11F-43A4-ACDB-6E0E8B327361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68F7C-265E-4023-A235-7CEB9AC25549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10AA7-3F44-4BD5-BA31-DBD462915CE9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Infrastructure as Code (IaC) tool to define cloud &amp; on-prem resources</a:t>
          </a:r>
        </a:p>
      </dsp:txBody>
      <dsp:txXfrm>
        <a:off x="1834517" y="469890"/>
        <a:ext cx="3148942" cy="1335915"/>
      </dsp:txXfrm>
    </dsp:sp>
    <dsp:sp modelId="{D0E9279B-D421-4173-BC88-A487FE9E8799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FBC43-AD75-4850-97B1-7E07E87CDE58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E7C1D-2902-4A70-84B4-2C9F05613479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Uses </a:t>
          </a:r>
          <a:r>
            <a:rPr lang="en-US" sz="2100" b="1" kern="1200"/>
            <a:t>human-readable, reusable, version-controlled</a:t>
          </a:r>
          <a:r>
            <a:rPr lang="en-US" sz="2100" kern="1200"/>
            <a:t> configuration files</a:t>
          </a:r>
        </a:p>
      </dsp:txBody>
      <dsp:txXfrm>
        <a:off x="7154322" y="469890"/>
        <a:ext cx="3148942" cy="1335915"/>
      </dsp:txXfrm>
    </dsp:sp>
    <dsp:sp modelId="{D5F4F2EF-5A18-4019-B74A-F6DDA9746E58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5E276-21E5-4EBF-94B9-7F4A560585B5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4BD0E-226B-4874-A5C4-7B3765AA1AFE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Enables a </a:t>
          </a:r>
          <a:r>
            <a:rPr lang="en-US" sz="2100" b="1" kern="1200"/>
            <a:t>consistent workflow</a:t>
          </a:r>
          <a:r>
            <a:rPr lang="en-US" sz="2100" kern="1200"/>
            <a:t> to provision &amp; manage infrastructure lifecycle</a:t>
          </a:r>
        </a:p>
      </dsp:txBody>
      <dsp:txXfrm>
        <a:off x="1834517" y="2545532"/>
        <a:ext cx="3148942" cy="1335915"/>
      </dsp:txXfrm>
    </dsp:sp>
    <dsp:sp modelId="{E10CC588-1A9A-4820-BB37-0350031EE2FE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452F5-307A-4D61-BFB1-73314DEE26C2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6EBDA-1ABD-4028-AD34-22668F3F6732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Manages </a:t>
          </a:r>
          <a:r>
            <a:rPr lang="en-US" sz="2100" b="1" kern="1200"/>
            <a:t>low-level</a:t>
          </a:r>
          <a:r>
            <a:rPr lang="en-US" sz="2100" kern="1200"/>
            <a:t> (compute, storage, network) and </a:t>
          </a:r>
          <a:r>
            <a:rPr lang="en-US" sz="2100" b="1" kern="1200"/>
            <a:t>high-level</a:t>
          </a:r>
          <a:r>
            <a:rPr lang="en-US" sz="2100" kern="1200"/>
            <a:t> (DNS, SaaS) components</a:t>
          </a: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58503-0F1E-491C-A604-2F380641191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E14AA-7D7B-490F-AC1C-A2FD94685E0C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Plugins that let Terraform interact with service APIs</a:t>
          </a:r>
        </a:p>
      </dsp:txBody>
      <dsp:txXfrm>
        <a:off x="0" y="0"/>
        <a:ext cx="10515600" cy="1087834"/>
      </dsp:txXfrm>
    </dsp:sp>
    <dsp:sp modelId="{4E0CF661-6AE8-4EB3-8B26-155B48781C81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E8576-9773-4071-9418-B962CBFB62AD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Work as a </a:t>
          </a:r>
          <a:r>
            <a:rPr lang="en-US" sz="3000" b="1" kern="1200"/>
            <a:t>driver/bridge</a:t>
          </a:r>
          <a:r>
            <a:rPr lang="en-US" sz="3000" kern="1200"/>
            <a:t> to manage resources (Azure, AWS, GCP, Kubernetes, GitHub, etc.)</a:t>
          </a:r>
        </a:p>
      </dsp:txBody>
      <dsp:txXfrm>
        <a:off x="0" y="1087834"/>
        <a:ext cx="10515600" cy="1087834"/>
      </dsp:txXfrm>
    </dsp:sp>
    <dsp:sp modelId="{E4A36FF3-EB95-4289-A4C3-69DF27415F33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4C166-4E80-41BB-9BEC-7928ACBE91E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Thousands of providers supported by </a:t>
          </a:r>
          <a:r>
            <a:rPr lang="en-US" sz="3000" b="1" kern="1200"/>
            <a:t>HashiCorp &amp; community</a:t>
          </a:r>
          <a:endParaRPr lang="en-US" sz="3000" kern="1200"/>
        </a:p>
      </dsp:txBody>
      <dsp:txXfrm>
        <a:off x="0" y="2175669"/>
        <a:ext cx="10515600" cy="1087834"/>
      </dsp:txXfrm>
    </dsp:sp>
    <dsp:sp modelId="{BAAAF892-F15F-4305-AD88-F01EF63734A5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A2129-9F14-4F86-91B0-A592FC9716C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Available in the </a:t>
          </a:r>
          <a:r>
            <a:rPr lang="en-US" sz="3000" b="1" kern="1200"/>
            <a:t>Terraform Registry</a:t>
          </a:r>
          <a:r>
            <a:rPr lang="en-US" sz="3000" kern="1200"/>
            <a:t> (AWS, Azure, GCP, Kubernetes, Helm, GitHub, Datadog, etc.)</a:t>
          </a:r>
        </a:p>
      </dsp:txBody>
      <dsp:txXfrm>
        <a:off x="0" y="3263503"/>
        <a:ext cx="10515600" cy="10878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9B39F-FD31-4B2D-9E9A-D2B0B7EF9E1C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2E60C-5BE1-4B2B-99FA-BE3B8E49B46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0AB28-D624-42F0-9743-77DEE4B4BE9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terraform validate is a Terraform CLI command that </a:t>
          </a:r>
          <a:r>
            <a:rPr lang="en-US" sz="2200" b="1" kern="1200"/>
            <a:t>checks whether your configuration files are syntactically correct and internally consistent</a:t>
          </a:r>
          <a:r>
            <a:rPr lang="en-US" sz="2200" kern="1200"/>
            <a:t>.</a:t>
          </a:r>
        </a:p>
      </dsp:txBody>
      <dsp:txXfrm>
        <a:off x="1435590" y="531"/>
        <a:ext cx="9080009" cy="1242935"/>
      </dsp:txXfrm>
    </dsp:sp>
    <dsp:sp modelId="{A435DAA5-849F-46C0-9956-8ECC089702D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31639-6A69-4C2D-80B4-BEBDBD16B79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85D24-D58A-4633-B19C-17DE2507545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</a:t>
          </a:r>
          <a:r>
            <a:rPr lang="en-US" sz="2200" b="1" kern="1200"/>
            <a:t>does NOT</a:t>
          </a:r>
          <a:r>
            <a:rPr lang="en-US" sz="2200" kern="1200"/>
            <a:t> contact the cloud provider (Azure, AWS, GCP) and </a:t>
          </a:r>
          <a:r>
            <a:rPr lang="en-US" sz="2200" b="1" kern="1200"/>
            <a:t>does NOT</a:t>
          </a:r>
          <a:r>
            <a:rPr lang="en-US" sz="2200" kern="1200"/>
            <a:t> check if resources actually exist.</a:t>
          </a:r>
        </a:p>
      </dsp:txBody>
      <dsp:txXfrm>
        <a:off x="1435590" y="1554201"/>
        <a:ext cx="9080009" cy="1242935"/>
      </dsp:txXfrm>
    </dsp:sp>
    <dsp:sp modelId="{B7F66105-0A82-4F0B-82FA-F7414039BF7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628C1-1E71-4F93-AF34-EF9A4BF4FE1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2D6B0-E838-47E6-9C79-2A01C6C915C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only validates </a:t>
          </a:r>
          <a:r>
            <a:rPr lang="en-US" sz="2200" b="1" kern="1200"/>
            <a:t>your Terraform code</a:t>
          </a:r>
          <a:r>
            <a:rPr lang="en-US" sz="2200" kern="1200"/>
            <a:t>.</a:t>
          </a:r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09EA0-730B-4E38-A0DE-D881FAF5F92C}">
      <dsp:nvSpPr>
        <dsp:cNvPr id="0" name=""/>
        <dsp:cNvSpPr/>
      </dsp:nvSpPr>
      <dsp:spPr>
        <a:xfrm>
          <a:off x="591453" y="1514"/>
          <a:ext cx="2930401" cy="17582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terraform plan shows what </a:t>
          </a:r>
          <a:r>
            <a:rPr lang="en-US" sz="2200" b="1" kern="1200"/>
            <a:t>changes Terraform will make</a:t>
          </a:r>
          <a:r>
            <a:rPr lang="en-US" sz="2200" kern="1200"/>
            <a:t> to your infrastructure </a:t>
          </a:r>
          <a:r>
            <a:rPr lang="en-US" sz="2200" b="1" kern="1200"/>
            <a:t>before</a:t>
          </a:r>
          <a:r>
            <a:rPr lang="en-US" sz="2200" kern="1200"/>
            <a:t> applying them.</a:t>
          </a:r>
        </a:p>
      </dsp:txBody>
      <dsp:txXfrm>
        <a:off x="591453" y="1514"/>
        <a:ext cx="2930401" cy="1758240"/>
      </dsp:txXfrm>
    </dsp:sp>
    <dsp:sp modelId="{5EE8628E-B6B1-413D-A2D0-7FE35DBD13D3}">
      <dsp:nvSpPr>
        <dsp:cNvPr id="0" name=""/>
        <dsp:cNvSpPr/>
      </dsp:nvSpPr>
      <dsp:spPr>
        <a:xfrm>
          <a:off x="3814895" y="1514"/>
          <a:ext cx="2930401" cy="17582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Think of it as a </a:t>
          </a:r>
          <a:r>
            <a:rPr lang="en-US" sz="2200" b="1" kern="1200"/>
            <a:t>preview</a:t>
          </a:r>
          <a:r>
            <a:rPr lang="en-US" sz="2200" kern="1200"/>
            <a:t> or </a:t>
          </a:r>
          <a:r>
            <a:rPr lang="en-US" sz="2200" b="1" kern="1200"/>
            <a:t>dry run</a:t>
          </a:r>
          <a:r>
            <a:rPr lang="en-US" sz="2200" kern="1200"/>
            <a:t> to ensure the expected changes are correct.</a:t>
          </a:r>
        </a:p>
      </dsp:txBody>
      <dsp:txXfrm>
        <a:off x="3814895" y="1514"/>
        <a:ext cx="2930401" cy="1758240"/>
      </dsp:txXfrm>
    </dsp:sp>
    <dsp:sp modelId="{C11699FA-A666-4499-A2B9-DD176043EE04}">
      <dsp:nvSpPr>
        <dsp:cNvPr id="0" name=""/>
        <dsp:cNvSpPr/>
      </dsp:nvSpPr>
      <dsp:spPr>
        <a:xfrm>
          <a:off x="2203174" y="2052795"/>
          <a:ext cx="2930401" cy="17582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does </a:t>
          </a:r>
          <a:r>
            <a:rPr lang="en-US" sz="2200" b="1" kern="1200"/>
            <a:t>not</a:t>
          </a:r>
          <a:r>
            <a:rPr lang="en-US" sz="2200" kern="1200"/>
            <a:t> create, update, or delete resources—it only </a:t>
          </a:r>
          <a:r>
            <a:rPr lang="en-US" sz="2200" b="1" kern="1200"/>
            <a:t>shows the execution plan</a:t>
          </a:r>
          <a:r>
            <a:rPr lang="en-US" sz="2200" kern="1200"/>
            <a:t>.</a:t>
          </a:r>
        </a:p>
      </dsp:txBody>
      <dsp:txXfrm>
        <a:off x="2203174" y="2052795"/>
        <a:ext cx="2930401" cy="1758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2425-60B5-4C63-80AB-C129DCBFDE5F}" type="datetimeFigureOut"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8CC7A-C518-40A6-AE81-7147A6B5DE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8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c738eb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c738eb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c738eb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c738eb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Terraform</a:t>
            </a:r>
            <a:r>
              <a:rPr lang="en-US"/>
              <a:t> is an Infrastructure as Code (</a:t>
            </a:r>
            <a:r>
              <a:rPr lang="en-US" b="1" err="1"/>
              <a:t>IaC</a:t>
            </a:r>
            <a:r>
              <a:rPr lang="en-US"/>
              <a:t>) tool used to define and manage both cloud and on-premises resources.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It uses </a:t>
            </a:r>
            <a:r>
              <a:rPr lang="en-US" b="1"/>
              <a:t>human-readable</a:t>
            </a:r>
            <a:r>
              <a:rPr lang="en-US"/>
              <a:t>, </a:t>
            </a:r>
            <a:r>
              <a:rPr lang="en-US" b="1"/>
              <a:t>reusable</a:t>
            </a:r>
            <a:r>
              <a:rPr lang="en-US"/>
              <a:t>, and </a:t>
            </a:r>
            <a:r>
              <a:rPr lang="en-US" b="1"/>
              <a:t>version-controlled configuration files</a:t>
            </a:r>
            <a:r>
              <a:rPr lang="en-US"/>
              <a:t> to describe infrastructure.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Terraform enables a </a:t>
            </a:r>
            <a:r>
              <a:rPr lang="en-US" b="1"/>
              <a:t>consistent workflow</a:t>
            </a:r>
            <a:r>
              <a:rPr lang="en-US"/>
              <a:t> for provisioning and managing the entire infrastructure lifecycle.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It can manage both </a:t>
            </a:r>
            <a:r>
              <a:rPr lang="en-US" b="1"/>
              <a:t>low-level components</a:t>
            </a:r>
            <a:r>
              <a:rPr lang="en-US"/>
              <a:t> (compute, storage, network) and </a:t>
            </a:r>
            <a:r>
              <a:rPr lang="en-US" b="1"/>
              <a:t>high-level components</a:t>
            </a:r>
            <a:r>
              <a:rPr lang="en-US"/>
              <a:t> (DNS, SaaS).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8CC7A-C518-40A6-AE81-7147A6B5DE7C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0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009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hashicorp.com/terraform/instal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terraform.io/browse/provider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1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E22DA-AF24-6EFF-0F8A-9EDE1BA89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Welcome to Terraform Training series</a:t>
            </a:r>
          </a:p>
        </p:txBody>
      </p:sp>
    </p:spTree>
    <p:extLst>
      <p:ext uri="{BB962C8B-B14F-4D97-AF65-F5344CB8AC3E}">
        <p14:creationId xmlns:p14="http://schemas.microsoft.com/office/powerpoint/2010/main" val="366664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D. Ramesh Reddy </a:t>
            </a:r>
            <a:endParaRPr sz="1850"/>
          </a:p>
          <a:p>
            <a:pPr marL="0" indent="0">
              <a:spcBef>
                <a:spcPts val="1600"/>
              </a:spcBef>
              <a:buNone/>
            </a:pPr>
            <a:r>
              <a:rPr lang="en" sz="1850" err="1"/>
              <a:t>M.tech</a:t>
            </a:r>
            <a:r>
              <a:rPr lang="en" sz="1850"/>
              <a:t> - Computing Systems and Infrastructure from BITS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/>
              <a:t>15+ years experience in IT Industry</a:t>
            </a:r>
            <a:endParaRPr sz="185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/>
              <a:t>worked for </a:t>
            </a:r>
            <a:r>
              <a:rPr lang="en" sz="1850" err="1"/>
              <a:t>HCL,Mindtree,Infosys,Accenture,ValueMomentum,Swiss</a:t>
            </a:r>
            <a:r>
              <a:rPr lang="en" sz="1850"/>
              <a:t> </a:t>
            </a:r>
            <a:r>
              <a:rPr lang="en" sz="1850" err="1"/>
              <a:t>Re,Publicis</a:t>
            </a:r>
            <a:r>
              <a:rPr lang="en" sz="1850"/>
              <a:t> sapient</a:t>
            </a:r>
            <a:endParaRPr sz="1850"/>
          </a:p>
          <a:p>
            <a:pPr marL="0" indent="0">
              <a:spcBef>
                <a:spcPts val="1600"/>
              </a:spcBef>
              <a:buNone/>
            </a:pPr>
            <a:r>
              <a:rPr lang="en" sz="1850"/>
              <a:t>Roles played – </a:t>
            </a:r>
            <a:r>
              <a:rPr lang="en" sz="1850" err="1"/>
              <a:t>Engineer,Lead,Project</a:t>
            </a:r>
            <a:r>
              <a:rPr lang="en" sz="1850"/>
              <a:t> manager, Architect, Consultant</a:t>
            </a:r>
            <a:endParaRPr sz="185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63" name="Google Shape;63;p14" title="ChatGPT Image Aug 8, 2025, 08_18_52 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2701" y="5765201"/>
            <a:ext cx="1639833" cy="964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12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/>
              <a:t>Quick Introduction from participants</a:t>
            </a:r>
            <a:endParaRPr sz="2400"/>
          </a:p>
        </p:txBody>
      </p:sp>
      <p:pic>
        <p:nvPicPr>
          <p:cNvPr id="63" name="Google Shape;63;p14" title="ChatGPT Image Aug 8, 2025, 08_18_52 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2701" y="5765201"/>
            <a:ext cx="1639833" cy="964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81358-64FE-5AC7-FE67-9DC6E55A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8815" y="2127717"/>
            <a:ext cx="9195866" cy="2012827"/>
          </a:xfrm>
        </p:spPr>
        <p:txBody>
          <a:bodyPr/>
          <a:lstStyle/>
          <a:p>
            <a:pPr marL="608965" indent="-456565"/>
            <a:r>
              <a:rPr lang="en-US"/>
              <a:t>Name</a:t>
            </a:r>
          </a:p>
          <a:p>
            <a:pPr marL="608965" indent="-456565"/>
            <a:r>
              <a:rPr lang="en-US"/>
              <a:t>Are you Working Professional /Student</a:t>
            </a:r>
          </a:p>
          <a:p>
            <a:pPr marL="608965" indent="-456565"/>
            <a:r>
              <a:rPr lang="en-US"/>
              <a:t>Prior Experience on terraform  -- yes/No</a:t>
            </a:r>
          </a:p>
        </p:txBody>
      </p:sp>
    </p:spTree>
    <p:extLst>
      <p:ext uri="{BB962C8B-B14F-4D97-AF65-F5344CB8AC3E}">
        <p14:creationId xmlns:p14="http://schemas.microsoft.com/office/powerpoint/2010/main" val="14506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Day1 – Terraform Course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BDA4-2FD0-B318-CF66-33E3109D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Terraform ?</a:t>
            </a:r>
          </a:p>
        </p:txBody>
      </p:sp>
      <p:graphicFrame>
        <p:nvGraphicFramePr>
          <p:cNvPr id="167" name="Content Placeholder 164">
            <a:extLst>
              <a:ext uri="{FF2B5EF4-FFF2-40B4-BE49-F238E27FC236}">
                <a16:creationId xmlns:a16="http://schemas.microsoft.com/office/drawing/2014/main" id="{E149182B-B395-B8B2-8E02-BBDEBA8F67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167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2495E-6086-A394-7863-5A8D5810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3274"/>
            <a:ext cx="9392421" cy="133084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700" kern="1200">
                <a:latin typeface="+mj-lt"/>
                <a:ea typeface="+mj-ea"/>
                <a:cs typeface="+mj-cs"/>
              </a:rPr>
              <a:t>Terraform –  Important Updates</a:t>
            </a:r>
            <a:r>
              <a:rPr lang="en-US" sz="3700"/>
              <a:t> / History</a:t>
            </a:r>
            <a:endParaRPr lang="en-US" sz="3700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9ABA4-2D2F-C5CC-5E41-DA6A95345375}"/>
              </a:ext>
            </a:extLst>
          </p:cNvPr>
          <p:cNvSpPr txBox="1"/>
          <p:nvPr/>
        </p:nvSpPr>
        <p:spPr>
          <a:xfrm>
            <a:off x="1004513" y="5334354"/>
            <a:ext cx="10490502" cy="10357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BUSL(</a:t>
            </a:r>
            <a:r>
              <a:rPr lang="en-US" sz="2000"/>
              <a:t>Business Source License</a:t>
            </a:r>
            <a:r>
              <a:rPr lang="en-US" sz="2000" b="1"/>
              <a:t>)</a:t>
            </a:r>
            <a:r>
              <a:rPr lang="en-US" sz="2000"/>
              <a:t> is a restrictive license HashiCorp adopted in 2023, making Terraform no longer fully open-source.</a:t>
            </a:r>
            <a:br>
              <a:rPr lang="en-US" sz="2000"/>
            </a:br>
            <a:r>
              <a:rPr lang="en-US" sz="2000" b="1"/>
              <a:t>OpenTofu</a:t>
            </a:r>
            <a:r>
              <a:rPr lang="en-US" sz="2000"/>
              <a:t> is the open-source community fork that continues Terraform development under an open license.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2700EC-3782-84CD-50D1-2D4B90443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952439"/>
              </p:ext>
            </p:extLst>
          </p:nvPr>
        </p:nvGraphicFramePr>
        <p:xfrm>
          <a:off x="1137690" y="1052522"/>
          <a:ext cx="10308903" cy="3961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886">
                  <a:extLst>
                    <a:ext uri="{9D8B030D-6E8A-4147-A177-3AD203B41FA5}">
                      <a16:colId xmlns:a16="http://schemas.microsoft.com/office/drawing/2014/main" val="3846773633"/>
                    </a:ext>
                  </a:extLst>
                </a:gridCol>
                <a:gridCol w="4231180">
                  <a:extLst>
                    <a:ext uri="{9D8B030D-6E8A-4147-A177-3AD203B41FA5}">
                      <a16:colId xmlns:a16="http://schemas.microsoft.com/office/drawing/2014/main" val="1831654332"/>
                    </a:ext>
                  </a:extLst>
                </a:gridCol>
                <a:gridCol w="5033837">
                  <a:extLst>
                    <a:ext uri="{9D8B030D-6E8A-4147-A177-3AD203B41FA5}">
                      <a16:colId xmlns:a16="http://schemas.microsoft.com/office/drawing/2014/main" val="403165894"/>
                    </a:ext>
                  </a:extLst>
                </a:gridCol>
              </a:tblGrid>
              <a:tr h="287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Year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Major Update / Release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Key Features Introduced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extLst>
                  <a:ext uri="{0D108BD9-81ED-4DB2-BD59-A6C34878D82A}">
                    <a16:rowId xmlns:a16="http://schemas.microsoft.com/office/drawing/2014/main" val="3524355670"/>
                  </a:ext>
                </a:extLst>
              </a:tr>
              <a:tr h="89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2014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Terraform 0.1 Released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Core CLI workflow (</a:t>
                      </a:r>
                      <a:r>
                        <a:rPr lang="en-US" sz="1800" err="1"/>
                        <a:t>init</a:t>
                      </a:r>
                      <a:r>
                        <a:rPr lang="en-US" sz="1800"/>
                        <a:t>, plan, apply, destroy)• HCL basics (resources, variables, outputs)• Local state file introduced</a:t>
                      </a:r>
                    </a:p>
                  </a:txBody>
                  <a:tcPr marL="51447" marR="51447" marT="25723" marB="25723" anchor="ctr"/>
                </a:tc>
                <a:extLst>
                  <a:ext uri="{0D108BD9-81ED-4DB2-BD59-A6C34878D82A}">
                    <a16:rowId xmlns:a16="http://schemas.microsoft.com/office/drawing/2014/main" val="2117987735"/>
                  </a:ext>
                </a:extLst>
              </a:tr>
              <a:tr h="69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2016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err="1"/>
                        <a:t>AzureRM</a:t>
                      </a:r>
                      <a:r>
                        <a:rPr lang="en-US" sz="1800" b="1"/>
                        <a:t> Provider v1 Released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Official Azure support begins• Remote state backends mature• State locking support improves</a:t>
                      </a:r>
                    </a:p>
                  </a:txBody>
                  <a:tcPr marL="51447" marR="51447" marT="25723" marB="25723" anchor="ctr"/>
                </a:tc>
                <a:extLst>
                  <a:ext uri="{0D108BD9-81ED-4DB2-BD59-A6C34878D82A}">
                    <a16:rowId xmlns:a16="http://schemas.microsoft.com/office/drawing/2014/main" val="592946803"/>
                  </a:ext>
                </a:extLst>
              </a:tr>
              <a:tr h="89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2021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Terraform 1.0 (Stability Guarantee)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Lifecycle rules stable (</a:t>
                      </a:r>
                      <a:r>
                        <a:rPr lang="en-US" sz="1800" err="1"/>
                        <a:t>ignore_changes</a:t>
                      </a:r>
                      <a:r>
                        <a:rPr lang="en-US" sz="1800"/>
                        <a:t>, </a:t>
                      </a:r>
                      <a:r>
                        <a:rPr lang="en-US" sz="1800" err="1"/>
                        <a:t>create_before_destroy</a:t>
                      </a:r>
                      <a:r>
                        <a:rPr lang="en-US" sz="1800"/>
                        <a:t>)</a:t>
                      </a:r>
                    </a:p>
                    <a:p>
                      <a:pPr lvl="0">
                        <a:buNone/>
                      </a:pPr>
                      <a:r>
                        <a:rPr lang="en-US" sz="1800"/>
                        <a:t>• Enhanced import/state refactoring</a:t>
                      </a:r>
                    </a:p>
                    <a:p>
                      <a:pPr lvl="0">
                        <a:buNone/>
                      </a:pPr>
                      <a:r>
                        <a:rPr lang="en-US" sz="1800"/>
                        <a:t>• Azure provider &gt;700 resources</a:t>
                      </a:r>
                    </a:p>
                  </a:txBody>
                  <a:tcPr marL="51447" marR="51447" marT="25723" marB="25723" anchor="ctr"/>
                </a:tc>
                <a:extLst>
                  <a:ext uri="{0D108BD9-81ED-4DB2-BD59-A6C34878D82A}">
                    <a16:rowId xmlns:a16="http://schemas.microsoft.com/office/drawing/2014/main" val="3519096626"/>
                  </a:ext>
                </a:extLst>
              </a:tr>
              <a:tr h="89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2024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BUSL Licensing &amp; </a:t>
                      </a:r>
                      <a:r>
                        <a:rPr lang="en-US" sz="1800" b="1" err="1"/>
                        <a:t>OpenTofu</a:t>
                      </a:r>
                      <a:r>
                        <a:rPr lang="en-US" sz="1800" b="1"/>
                        <a:t> Fork</a:t>
                      </a:r>
                      <a:endParaRPr lang="en-US" sz="1800"/>
                    </a:p>
                  </a:txBody>
                  <a:tcPr marL="51447" marR="51447" marT="25723" marB="257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Terraform core relicensed under BUSL</a:t>
                      </a:r>
                    </a:p>
                    <a:p>
                      <a:pPr lvl="0">
                        <a:buNone/>
                      </a:pPr>
                      <a:r>
                        <a:rPr lang="en-US" sz="1800"/>
                        <a:t>• </a:t>
                      </a:r>
                      <a:r>
                        <a:rPr lang="en-US" sz="1800" err="1"/>
                        <a:t>OpenTofu</a:t>
                      </a:r>
                      <a:r>
                        <a:rPr lang="en-US" sz="1800"/>
                        <a:t> project created by community</a:t>
                      </a:r>
                    </a:p>
                    <a:p>
                      <a:pPr lvl="0">
                        <a:buNone/>
                      </a:pPr>
                      <a:r>
                        <a:rPr lang="en-US" sz="1800"/>
                        <a:t>• Terraform 1.7–1.8 cloud + state improvements</a:t>
                      </a:r>
                    </a:p>
                  </a:txBody>
                  <a:tcPr marL="51447" marR="51447" marT="25723" marB="25723" anchor="ctr"/>
                </a:tc>
                <a:extLst>
                  <a:ext uri="{0D108BD9-81ED-4DB2-BD59-A6C34878D82A}">
                    <a16:rowId xmlns:a16="http://schemas.microsoft.com/office/drawing/2014/main" val="1799329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15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69612-B514-5DA1-DDA4-66B8DFF2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954" y="313188"/>
            <a:ext cx="9427023" cy="6265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Terraform vs ARM Templates vs AWS CloudFormation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38128-1807-70BB-EFC6-100A7DD2B7D2}"/>
              </a:ext>
            </a:extLst>
          </p:cNvPr>
          <p:cNvSpPr txBox="1"/>
          <p:nvPr/>
        </p:nvSpPr>
        <p:spPr>
          <a:xfrm>
            <a:off x="324868" y="4569406"/>
            <a:ext cx="12068962" cy="101751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Terraform sits at the top because it is </a:t>
            </a:r>
            <a:r>
              <a:rPr lang="en-US" sz="2000" b="1"/>
              <a:t>multi-cloud</a:t>
            </a:r>
            <a:r>
              <a:rPr lang="en-US" sz="2000"/>
              <a:t>, more </a:t>
            </a:r>
            <a:r>
              <a:rPr lang="en-US" sz="2000" b="1"/>
              <a:t>flexible</a:t>
            </a:r>
            <a:r>
              <a:rPr lang="en-US" sz="2000"/>
              <a:t>, and has a </a:t>
            </a:r>
            <a:r>
              <a:rPr lang="en-US" sz="2000" b="1"/>
              <a:t>richer language</a:t>
            </a:r>
            <a:r>
              <a:rPr lang="en-US" sz="20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ARM Templates + CloudFormation are </a:t>
            </a:r>
            <a:r>
              <a:rPr lang="en-US" sz="2000" b="1"/>
              <a:t>cloud-native</a:t>
            </a:r>
            <a:r>
              <a:rPr lang="en-US" sz="2000"/>
              <a:t> but </a:t>
            </a:r>
            <a:r>
              <a:rPr lang="en-US" sz="2000" b="1"/>
              <a:t>restricted to single cloud vendors</a:t>
            </a:r>
            <a:r>
              <a:rPr lang="en-US" sz="20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FC6D26-E948-2FD0-A01B-08C90B42C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27621"/>
              </p:ext>
            </p:extLst>
          </p:nvPr>
        </p:nvGraphicFramePr>
        <p:xfrm>
          <a:off x="327742" y="1155289"/>
          <a:ext cx="11049891" cy="27122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33290">
                  <a:extLst>
                    <a:ext uri="{9D8B030D-6E8A-4147-A177-3AD203B41FA5}">
                      <a16:colId xmlns:a16="http://schemas.microsoft.com/office/drawing/2014/main" val="2491026028"/>
                    </a:ext>
                  </a:extLst>
                </a:gridCol>
                <a:gridCol w="3424903">
                  <a:extLst>
                    <a:ext uri="{9D8B030D-6E8A-4147-A177-3AD203B41FA5}">
                      <a16:colId xmlns:a16="http://schemas.microsoft.com/office/drawing/2014/main" val="2183552936"/>
                    </a:ext>
                  </a:extLst>
                </a:gridCol>
                <a:gridCol w="2400008">
                  <a:extLst>
                    <a:ext uri="{9D8B030D-6E8A-4147-A177-3AD203B41FA5}">
                      <a16:colId xmlns:a16="http://schemas.microsoft.com/office/drawing/2014/main" val="1487598039"/>
                    </a:ext>
                  </a:extLst>
                </a:gridCol>
                <a:gridCol w="2291690">
                  <a:extLst>
                    <a:ext uri="{9D8B030D-6E8A-4147-A177-3AD203B41FA5}">
                      <a16:colId xmlns:a16="http://schemas.microsoft.com/office/drawing/2014/main" val="192154633"/>
                    </a:ext>
                  </a:extLst>
                </a:gridCol>
              </a:tblGrid>
              <a:tr h="473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Terraform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ARM Templates (Azure)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AWS CloudFormation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extLst>
                  <a:ext uri="{0D108BD9-81ED-4DB2-BD59-A6C34878D82A}">
                    <a16:rowId xmlns:a16="http://schemas.microsoft.com/office/drawing/2014/main" val="3731343192"/>
                  </a:ext>
                </a:extLst>
              </a:tr>
              <a:tr h="473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Cloud Support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Multi-cloud</a:t>
                      </a:r>
                      <a:r>
                        <a:rPr lang="en-US" sz="1800"/>
                        <a:t> (AWS/Azure/GCP/K8s/VMware)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Azure-only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AWS-only</a:t>
                      </a:r>
                    </a:p>
                  </a:txBody>
                  <a:tcPr marL="48673" marR="48673" marT="24337" marB="24337" anchor="ctr"/>
                </a:tc>
                <a:extLst>
                  <a:ext uri="{0D108BD9-81ED-4DB2-BD59-A6C34878D82A}">
                    <a16:rowId xmlns:a16="http://schemas.microsoft.com/office/drawing/2014/main" val="1848424139"/>
                  </a:ext>
                </a:extLst>
              </a:tr>
              <a:tr h="29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Language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HCL (easy, modular)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JSON (very verbose)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YAML/JSON</a:t>
                      </a:r>
                    </a:p>
                  </a:txBody>
                  <a:tcPr marL="48673" marR="48673" marT="24337" marB="24337" anchor="ctr"/>
                </a:tc>
                <a:extLst>
                  <a:ext uri="{0D108BD9-81ED-4DB2-BD59-A6C34878D82A}">
                    <a16:rowId xmlns:a16="http://schemas.microsoft.com/office/drawing/2014/main" val="132250861"/>
                  </a:ext>
                </a:extLst>
              </a:tr>
              <a:tr h="473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State Management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Yes (local/remote + locking)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 (Azure manages implicitly)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Yes (AWS-managed)</a:t>
                      </a:r>
                    </a:p>
                  </a:txBody>
                  <a:tcPr marL="48673" marR="48673" marT="24337" marB="24337" anchor="ctr"/>
                </a:tc>
                <a:extLst>
                  <a:ext uri="{0D108BD9-81ED-4DB2-BD59-A6C34878D82A}">
                    <a16:rowId xmlns:a16="http://schemas.microsoft.com/office/drawing/2014/main" val="301056763"/>
                  </a:ext>
                </a:extLst>
              </a:tr>
              <a:tr h="473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Modularity</a:t>
                      </a:r>
                      <a:endParaRPr lang="en-US" sz="1800"/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Strong Modules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Nested Templates</a:t>
                      </a:r>
                    </a:p>
                  </a:txBody>
                  <a:tcPr marL="48673" marR="48673" marT="24337" marB="243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Stacks &amp; Nested Stacks</a:t>
                      </a:r>
                    </a:p>
                  </a:txBody>
                  <a:tcPr marL="48673" marR="48673" marT="24337" marB="24337" anchor="ctr"/>
                </a:tc>
                <a:extLst>
                  <a:ext uri="{0D108BD9-81ED-4DB2-BD59-A6C34878D82A}">
                    <a16:rowId xmlns:a16="http://schemas.microsoft.com/office/drawing/2014/main" val="530265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8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D29C1-E113-7419-A9BD-21862A0D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How does Terraform work?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4" name="Picture 3" descr="Terraform creates and manages cloud platforms and services through their APIs">
            <a:extLst>
              <a:ext uri="{FF2B5EF4-FFF2-40B4-BE49-F238E27FC236}">
                <a16:creationId xmlns:a16="http://schemas.microsoft.com/office/drawing/2014/main" id="{D7AF419B-C78C-328D-EBB4-23FB0044D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56" y="701147"/>
            <a:ext cx="8311487" cy="26181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2EDF-BD93-F1F9-95DC-385C34D97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Terraform manages resources through platform </a:t>
            </a:r>
            <a:r>
              <a:rPr lang="en-US" sz="1700" b="1">
                <a:ea typeface="+mn-lt"/>
                <a:cs typeface="+mn-lt"/>
              </a:rPr>
              <a:t>APIs</a:t>
            </a:r>
            <a:endParaRPr lang="en-US" sz="1700">
              <a:ea typeface="+mn-lt"/>
              <a:cs typeface="+mn-lt"/>
            </a:endParaRPr>
          </a:p>
          <a:p>
            <a:r>
              <a:rPr lang="en-US" sz="1700" b="1">
                <a:ea typeface="+mn-lt"/>
                <a:cs typeface="+mn-lt"/>
              </a:rPr>
              <a:t>Providers</a:t>
            </a:r>
            <a:r>
              <a:rPr lang="en-US" sz="1700">
                <a:ea typeface="+mn-lt"/>
                <a:cs typeface="+mn-lt"/>
              </a:rPr>
              <a:t> allow Terraform to interact with cloud &amp; service APIs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Enables support for </a:t>
            </a:r>
            <a:r>
              <a:rPr lang="en-US" sz="1700" b="1">
                <a:ea typeface="+mn-lt"/>
                <a:cs typeface="+mn-lt"/>
              </a:rPr>
              <a:t>virtually any platform</a:t>
            </a:r>
            <a:r>
              <a:rPr lang="en-US" sz="1700">
                <a:ea typeface="+mn-lt"/>
                <a:cs typeface="+mn-lt"/>
              </a:rPr>
              <a:t> with an accessible API</a:t>
            </a:r>
          </a:p>
          <a:p>
            <a:endParaRPr lang="en-US" sz="1700" b="1">
              <a:ea typeface="+mn-lt"/>
              <a:cs typeface="+mn-lt"/>
            </a:endParaRP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712487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E9EEA-2343-0914-5661-511967F1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Install Terraform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rraform Install | Install Terraform on Windows | Install Terraform on Mac">
            <a:extLst>
              <a:ext uri="{FF2B5EF4-FFF2-40B4-BE49-F238E27FC236}">
                <a16:creationId xmlns:a16="http://schemas.microsoft.com/office/drawing/2014/main" id="{23B95E6F-07E5-271C-106F-5EEA53CD0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00219"/>
            <a:ext cx="6894576" cy="27750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1E3D2C-1D70-15FE-B511-A92D52620694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hlinkClick r:id="rId3"/>
              </a:rPr>
              <a:t>https://developer.hashicorp.com/terraform/install</a:t>
            </a: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5919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6B31-4F05-9213-0DA5-A161CB08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Terraform Providers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3D04934C-B168-E073-D94C-E7D9EB06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0917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920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E2CC-424A-FE06-BBAA-DB91A1C2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937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Several Types of Terraform providers</a:t>
            </a:r>
            <a:endParaRPr lang="en-US" sz="32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1508-9501-9EAF-D3B9-EE3B5FE5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30" y="1184690"/>
            <a:ext cx="11747618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1</a:t>
            </a: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. Official Providers (</a:t>
            </a:r>
            <a:r>
              <a:rPr lang="en-US" sz="1800" b="1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HashiCorp</a:t>
            </a: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Maintained):</a:t>
            </a:r>
            <a:endParaRPr lang="en-US" sz="18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These providers are </a:t>
            </a: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developed and maintained directly by </a:t>
            </a:r>
            <a:r>
              <a:rPr lang="en-US" sz="1800" b="1" err="1">
                <a:solidFill>
                  <a:srgbClr val="0A0A0A"/>
                </a:solidFill>
                <a:ea typeface="+mn-lt"/>
                <a:cs typeface="+mn-lt"/>
              </a:rPr>
              <a:t>HashiCorp</a:t>
            </a:r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Examples: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</a:t>
            </a:r>
            <a:r>
              <a:rPr lang="en-US" sz="1800" err="1">
                <a:solidFill>
                  <a:srgbClr val="0A0A0A"/>
                </a:solidFill>
                <a:latin typeface="Aptos"/>
              </a:rPr>
              <a:t>aws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, </a:t>
            </a:r>
            <a:r>
              <a:rPr lang="en-US" sz="1800" err="1">
                <a:solidFill>
                  <a:srgbClr val="0A0A0A"/>
                </a:solidFill>
                <a:latin typeface="Aptos"/>
              </a:rPr>
              <a:t>azurerm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, </a:t>
            </a:r>
            <a:r>
              <a:rPr lang="en-US" sz="1800" err="1">
                <a:solidFill>
                  <a:srgbClr val="0A0A0A"/>
                </a:solidFill>
                <a:ea typeface="+mn-lt"/>
                <a:cs typeface="+mn-lt"/>
              </a:rPr>
              <a:t>gcp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, </a:t>
            </a:r>
            <a:r>
              <a:rPr lang="en-US" sz="1800" err="1">
                <a:solidFill>
                  <a:srgbClr val="0A0A0A"/>
                </a:solidFill>
                <a:latin typeface="Aptos"/>
              </a:rPr>
              <a:t>kubernetes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, </a:t>
            </a:r>
            <a:r>
              <a:rPr lang="en-US" sz="1800">
                <a:solidFill>
                  <a:srgbClr val="0A0A0A"/>
                </a:solidFill>
                <a:latin typeface="Aptos"/>
              </a:rPr>
              <a:t>helm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2.</a:t>
            </a: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Partner Providers:</a:t>
            </a:r>
            <a:endParaRPr lang="en-US" sz="18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These providers are </a:t>
            </a: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developed and maintained by third-party organizations that partner with </a:t>
            </a:r>
            <a:r>
              <a:rPr lang="en-US" sz="1800" b="1" err="1">
                <a:solidFill>
                  <a:srgbClr val="0A0A0A"/>
                </a:solidFill>
                <a:ea typeface="+mn-lt"/>
                <a:cs typeface="+mn-lt"/>
              </a:rPr>
              <a:t>HashiCorp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. 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Examples: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Providers for Alibaba Cloud, Oracle Cloud Infrastructure, various SaaS platforms, and enterprise tools.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3.</a:t>
            </a: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Community Providers:</a:t>
            </a:r>
            <a:endParaRPr lang="en-US" sz="18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These providers are </a:t>
            </a: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developed and maintained by individuals or organizations within the Terraform community.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Examples: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Providers for GitHub, Splunk, </a:t>
            </a:r>
            <a:r>
              <a:rPr lang="en-US" sz="1800" err="1">
                <a:solidFill>
                  <a:srgbClr val="0A0A0A"/>
                </a:solidFill>
                <a:ea typeface="+mn-lt"/>
                <a:cs typeface="+mn-lt"/>
              </a:rPr>
              <a:t>DataDog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, and many other platforms.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4. </a:t>
            </a: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Custom Providers:</a:t>
            </a:r>
            <a:endParaRPr lang="en-US" sz="18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A0A0A"/>
                </a:solidFill>
                <a:ea typeface="+mn-lt"/>
                <a:cs typeface="+mn-lt"/>
              </a:rPr>
              <a:t>Users can also develop their own custom providers for specific internal systems or unique infrastructure needs not covered by existing providers.</a:t>
            </a:r>
            <a:r>
              <a:rPr lang="en-US" sz="1800">
                <a:solidFill>
                  <a:srgbClr val="0A0A0A"/>
                </a:solidFill>
                <a:ea typeface="+mn-lt"/>
                <a:cs typeface="+mn-lt"/>
              </a:rPr>
              <a:t> These are typically written in Go and leverage the Terraform plugin SDK.</a:t>
            </a:r>
            <a:endParaRPr lang="en-US" sz="1800"/>
          </a:p>
          <a:p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621C6-A40A-DE40-9E70-48E4666DCB36}"/>
              </a:ext>
            </a:extLst>
          </p:cNvPr>
          <p:cNvSpPr txBox="1"/>
          <p:nvPr/>
        </p:nvSpPr>
        <p:spPr>
          <a:xfrm>
            <a:off x="3660449" y="588591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Aptos"/>
                <a:hlinkClick r:id="rId2"/>
              </a:rPr>
              <a:t>https://registry.terraform.io/browse/providers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4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14D5-3262-1CAD-E990-11B60BCC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ea typeface="+mj-lt"/>
                <a:cs typeface="+mj-lt"/>
              </a:rPr>
              <a:t>Terraform Provider Block (Azure vs AWS)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57AF-722F-B071-130E-0156A85E6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46292" cy="3774497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terraform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</a:t>
            </a:r>
            <a:r>
              <a:rPr lang="en-US" b="1" err="1">
                <a:ea typeface="+mn-lt"/>
                <a:cs typeface="+mn-lt"/>
              </a:rPr>
              <a:t>required_providers</a:t>
            </a:r>
            <a:r>
              <a:rPr lang="en-US" b="1">
                <a:ea typeface="+mn-lt"/>
                <a:cs typeface="+mn-lt"/>
              </a:rPr>
              <a:t>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 </a:t>
            </a:r>
            <a:r>
              <a:rPr lang="en-US" b="1" err="1">
                <a:ea typeface="+mn-lt"/>
                <a:cs typeface="+mn-lt"/>
              </a:rPr>
              <a:t>azurerm</a:t>
            </a:r>
            <a:r>
              <a:rPr lang="en-US" b="1">
                <a:ea typeface="+mn-lt"/>
                <a:cs typeface="+mn-lt"/>
              </a:rPr>
              <a:t> =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   source  = "</a:t>
            </a:r>
            <a:r>
              <a:rPr lang="en-US" b="1" err="1">
                <a:ea typeface="+mn-lt"/>
                <a:cs typeface="+mn-lt"/>
              </a:rPr>
              <a:t>hashicorp</a:t>
            </a:r>
            <a:r>
              <a:rPr lang="en-US" b="1">
                <a:ea typeface="+mn-lt"/>
                <a:cs typeface="+mn-lt"/>
              </a:rPr>
              <a:t>/</a:t>
            </a:r>
            <a:r>
              <a:rPr lang="en-US" b="1" err="1">
                <a:ea typeface="+mn-lt"/>
                <a:cs typeface="+mn-lt"/>
              </a:rPr>
              <a:t>azurerm</a:t>
            </a:r>
            <a:r>
              <a:rPr lang="en-US" b="1">
                <a:ea typeface="+mn-lt"/>
                <a:cs typeface="+mn-lt"/>
              </a:rPr>
              <a:t>"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   version = "~&gt; 4.0"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 }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}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}</a:t>
            </a: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provider "</a:t>
            </a:r>
            <a:r>
              <a:rPr lang="en-US" b="1" err="1">
                <a:ea typeface="+mn-lt"/>
                <a:cs typeface="+mn-lt"/>
              </a:rPr>
              <a:t>azurerm</a:t>
            </a:r>
            <a:r>
              <a:rPr lang="en-US" b="1">
                <a:ea typeface="+mn-lt"/>
                <a:cs typeface="+mn-lt"/>
              </a:rPr>
              <a:t>"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features {}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}</a:t>
            </a:r>
            <a:endParaRPr lang="en-US" b="1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978AD-E539-1C6D-718F-0DC95DCE3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3716" y="1825625"/>
            <a:ext cx="5220084" cy="3774066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terraform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</a:t>
            </a:r>
            <a:r>
              <a:rPr lang="en-US" b="1" err="1">
                <a:ea typeface="+mn-lt"/>
                <a:cs typeface="+mn-lt"/>
              </a:rPr>
              <a:t>required_providers</a:t>
            </a:r>
            <a:r>
              <a:rPr lang="en-US" b="1">
                <a:ea typeface="+mn-lt"/>
                <a:cs typeface="+mn-lt"/>
              </a:rPr>
              <a:t>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 </a:t>
            </a:r>
            <a:r>
              <a:rPr lang="en-US" b="1" err="1">
                <a:ea typeface="+mn-lt"/>
                <a:cs typeface="+mn-lt"/>
              </a:rPr>
              <a:t>aws</a:t>
            </a:r>
            <a:r>
              <a:rPr lang="en-US" b="1">
                <a:ea typeface="+mn-lt"/>
                <a:cs typeface="+mn-lt"/>
              </a:rPr>
              <a:t> =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   source  = "</a:t>
            </a:r>
            <a:r>
              <a:rPr lang="en-US" b="1" err="1">
                <a:ea typeface="+mn-lt"/>
                <a:cs typeface="+mn-lt"/>
              </a:rPr>
              <a:t>hashicorp</a:t>
            </a:r>
            <a:r>
              <a:rPr lang="en-US" b="1">
                <a:ea typeface="+mn-lt"/>
                <a:cs typeface="+mn-lt"/>
              </a:rPr>
              <a:t>/</a:t>
            </a:r>
            <a:r>
              <a:rPr lang="en-US" b="1" err="1">
                <a:ea typeface="+mn-lt"/>
                <a:cs typeface="+mn-lt"/>
              </a:rPr>
              <a:t>aws</a:t>
            </a:r>
            <a:r>
              <a:rPr lang="en-US" b="1">
                <a:ea typeface="+mn-lt"/>
                <a:cs typeface="+mn-lt"/>
              </a:rPr>
              <a:t>"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   version = "~&gt; 5.0"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   }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}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}</a:t>
            </a: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provider "</a:t>
            </a:r>
            <a:r>
              <a:rPr lang="en-US" b="1" err="1">
                <a:ea typeface="+mn-lt"/>
                <a:cs typeface="+mn-lt"/>
              </a:rPr>
              <a:t>aws</a:t>
            </a:r>
            <a:r>
              <a:rPr lang="en-US" b="1">
                <a:ea typeface="+mn-lt"/>
                <a:cs typeface="+mn-lt"/>
              </a:rPr>
              <a:t>" {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 region = "us-east-1"</a:t>
            </a:r>
            <a:endParaRPr lang="en-US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}</a:t>
            </a:r>
            <a:endParaRPr lang="en-US" b="1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7DFE7-57D8-AF7F-CF0B-702881DDF967}"/>
              </a:ext>
            </a:extLst>
          </p:cNvPr>
          <p:cNvSpPr txBox="1"/>
          <p:nvPr/>
        </p:nvSpPr>
        <p:spPr>
          <a:xfrm>
            <a:off x="961402" y="6177898"/>
            <a:ext cx="81256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Link : https://registry.terraform.io/providers/hashicorp/azurerm/latest/docs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07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6CF4C-074A-4DEE-F212-16129714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Terraform Basics: What goes inside the root directory?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BDEA8-7C92-EF13-53A7-971ACB0DA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my-terraform-project/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│── main.tf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│── variables.tf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│── outputs.tf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│── providers.tf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│── </a:t>
            </a:r>
            <a:r>
              <a:rPr lang="en-US" sz="1700" err="1">
                <a:ea typeface="+mn-lt"/>
                <a:cs typeface="+mn-lt"/>
              </a:rPr>
              <a:t>terraform.tfvars</a:t>
            </a:r>
            <a:endParaRPr lang="en-US" sz="1700" err="1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38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FA6A3-B3C3-08EE-C8EC-5CC8225C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Can we keep everything in ONE tf file?</a:t>
            </a:r>
            <a:br>
              <a:rPr lang="en-US"/>
            </a:br>
            <a:br>
              <a:rPr lang="en-US" sz="4000">
                <a:ea typeface="+mj-lt"/>
                <a:cs typeface="+mj-lt"/>
              </a:rPr>
            </a:br>
            <a:r>
              <a:rPr lang="en-US" sz="4000" b="1">
                <a:solidFill>
                  <a:srgbClr val="FFFFFF"/>
                </a:solidFill>
              </a:rPr>
              <a:t>Answer : Yes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E1A8-4226-8193-AE4D-6382DF92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terraform {</a:t>
            </a:r>
            <a:endParaRPr lang="en-US" sz="1300" b="1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</a:t>
            </a:r>
            <a:r>
              <a:rPr lang="en-US" sz="1300" b="1" err="1">
                <a:ea typeface="+mn-lt"/>
                <a:cs typeface="+mn-lt"/>
              </a:rPr>
              <a:t>required_providers</a:t>
            </a:r>
            <a:r>
              <a:rPr lang="en-US" sz="1300" b="1">
                <a:ea typeface="+mn-lt"/>
                <a:cs typeface="+mn-lt"/>
              </a:rPr>
              <a:t> {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   </a:t>
            </a:r>
            <a:r>
              <a:rPr lang="en-US" sz="1300" b="1" err="1">
                <a:ea typeface="+mn-lt"/>
                <a:cs typeface="+mn-lt"/>
              </a:rPr>
              <a:t>azurerm</a:t>
            </a:r>
            <a:r>
              <a:rPr lang="en-US" sz="1300" b="1">
                <a:ea typeface="+mn-lt"/>
                <a:cs typeface="+mn-lt"/>
              </a:rPr>
              <a:t> = { source = "</a:t>
            </a:r>
            <a:r>
              <a:rPr lang="en-US" sz="1300" b="1" err="1">
                <a:ea typeface="+mn-lt"/>
                <a:cs typeface="+mn-lt"/>
              </a:rPr>
              <a:t>hashicorp</a:t>
            </a:r>
            <a:r>
              <a:rPr lang="en-US" sz="1300" b="1">
                <a:ea typeface="+mn-lt"/>
                <a:cs typeface="+mn-lt"/>
              </a:rPr>
              <a:t>/</a:t>
            </a:r>
            <a:r>
              <a:rPr lang="en-US" sz="1300" b="1" err="1">
                <a:ea typeface="+mn-lt"/>
                <a:cs typeface="+mn-lt"/>
              </a:rPr>
              <a:t>azurerm</a:t>
            </a:r>
            <a:r>
              <a:rPr lang="en-US" sz="1300" b="1">
                <a:ea typeface="+mn-lt"/>
                <a:cs typeface="+mn-lt"/>
              </a:rPr>
              <a:t>", version = "~&gt; 4.0" 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provider "</a:t>
            </a:r>
            <a:r>
              <a:rPr lang="en-US" sz="1300" b="1" err="1">
                <a:highlight>
                  <a:srgbClr val="FFFF00"/>
                </a:highlight>
                <a:ea typeface="+mn-lt"/>
                <a:cs typeface="+mn-lt"/>
              </a:rPr>
              <a:t>azurerm</a:t>
            </a: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" {</a:t>
            </a:r>
            <a:endParaRPr lang="en-US" sz="1300" b="1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features {}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 }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variable "location" {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default = "</a:t>
            </a:r>
            <a:r>
              <a:rPr lang="en-US" sz="1300" b="1" err="1">
                <a:ea typeface="+mn-lt"/>
                <a:cs typeface="+mn-lt"/>
              </a:rPr>
              <a:t>eastus</a:t>
            </a:r>
            <a:r>
              <a:rPr lang="en-US" sz="1300" b="1">
                <a:ea typeface="+mn-lt"/>
                <a:cs typeface="+mn-lt"/>
              </a:rPr>
              <a:t>"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resource "</a:t>
            </a:r>
            <a:r>
              <a:rPr lang="en-US" sz="1300" b="1" err="1">
                <a:highlight>
                  <a:srgbClr val="FFFF00"/>
                </a:highlight>
                <a:ea typeface="+mn-lt"/>
                <a:cs typeface="+mn-lt"/>
              </a:rPr>
              <a:t>azurerm_resource_group</a:t>
            </a: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" "</a:t>
            </a:r>
            <a:r>
              <a:rPr lang="en-US" sz="1300" b="1" err="1">
                <a:highlight>
                  <a:srgbClr val="FFFF00"/>
                </a:highlight>
                <a:ea typeface="+mn-lt"/>
                <a:cs typeface="+mn-lt"/>
              </a:rPr>
              <a:t>rg</a:t>
            </a: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" {</a:t>
            </a:r>
            <a:endParaRPr lang="en-US" sz="1300" b="1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name     = "demo-</a:t>
            </a:r>
            <a:r>
              <a:rPr lang="en-US" sz="1300" b="1" err="1">
                <a:ea typeface="+mn-lt"/>
                <a:cs typeface="+mn-lt"/>
              </a:rPr>
              <a:t>rg</a:t>
            </a:r>
            <a:r>
              <a:rPr lang="en-US" sz="1300" b="1">
                <a:ea typeface="+mn-lt"/>
                <a:cs typeface="+mn-lt"/>
              </a:rPr>
              <a:t>"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location = </a:t>
            </a:r>
            <a:r>
              <a:rPr lang="en-US" sz="1300" b="1" err="1">
                <a:ea typeface="+mn-lt"/>
                <a:cs typeface="+mn-lt"/>
              </a:rPr>
              <a:t>var.location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}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output "</a:t>
            </a:r>
            <a:r>
              <a:rPr lang="en-US" sz="1300" b="1" err="1">
                <a:highlight>
                  <a:srgbClr val="FFFF00"/>
                </a:highlight>
                <a:ea typeface="+mn-lt"/>
                <a:cs typeface="+mn-lt"/>
              </a:rPr>
              <a:t>rg_name</a:t>
            </a:r>
            <a:r>
              <a:rPr lang="en-US" sz="1300" b="1">
                <a:highlight>
                  <a:srgbClr val="FFFF00"/>
                </a:highlight>
                <a:ea typeface="+mn-lt"/>
                <a:cs typeface="+mn-lt"/>
              </a:rPr>
              <a:t>" {</a:t>
            </a:r>
            <a:endParaRPr lang="en-US" sz="1300" b="1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  value = azurerm_resource_group.rg.name</a:t>
            </a:r>
            <a:endParaRPr lang="en-US" sz="1300" b="1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}</a:t>
            </a:r>
            <a:endParaRPr lang="en-US" sz="1300" b="1"/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021976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8CF28-07B2-7F02-BBF6-13A9E89F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>
                <a:solidFill>
                  <a:srgbClr val="FFFFFF"/>
                </a:solidFill>
                <a:ea typeface="+mj-lt"/>
                <a:cs typeface="+mj-lt"/>
              </a:rPr>
              <a:t>If we can write everything in one file, why do we use multiple files?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79AC-4B4C-EB47-00FC-3AFDE21F6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727" y="606753"/>
            <a:ext cx="7851458" cy="55887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Because Terraform projects become large.</a:t>
            </a:r>
          </a:p>
          <a:p>
            <a:r>
              <a:rPr lang="en-US" sz="2000">
                <a:ea typeface="+mn-lt"/>
                <a:cs typeface="+mn-lt"/>
              </a:rPr>
              <a:t>Having everything in one file becomes </a:t>
            </a:r>
            <a:r>
              <a:rPr lang="en-US" sz="2000" b="1">
                <a:ea typeface="+mn-lt"/>
                <a:cs typeface="+mn-lt"/>
              </a:rPr>
              <a:t>unreadable and unmaintainable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Each file represents one responsibility:</a:t>
            </a:r>
          </a:p>
          <a:p>
            <a:pPr marL="0" indent="0">
              <a:buNone/>
            </a:pPr>
            <a:r>
              <a:rPr lang="en-US" sz="2000">
                <a:latin typeface="Consolas"/>
              </a:rPr>
              <a:t>providers.tf</a:t>
            </a:r>
            <a:r>
              <a:rPr lang="en-US" sz="2000">
                <a:ea typeface="+mn-lt"/>
                <a:cs typeface="+mn-lt"/>
              </a:rPr>
              <a:t> — provider blocks</a:t>
            </a:r>
          </a:p>
          <a:p>
            <a:pPr marL="0" indent="0">
              <a:buNone/>
            </a:pPr>
            <a:r>
              <a:rPr lang="en-US" sz="2000">
                <a:latin typeface="Consolas"/>
              </a:rPr>
              <a:t>variables.tf</a:t>
            </a:r>
            <a:r>
              <a:rPr lang="en-US" sz="2000">
                <a:ea typeface="+mn-lt"/>
                <a:cs typeface="+mn-lt"/>
              </a:rPr>
              <a:t> — input variables</a:t>
            </a:r>
          </a:p>
          <a:p>
            <a:pPr marL="0" indent="0">
              <a:buNone/>
            </a:pPr>
            <a:r>
              <a:rPr lang="en-US" sz="2000">
                <a:latin typeface="Consolas"/>
              </a:rPr>
              <a:t>main.tf</a:t>
            </a:r>
            <a:r>
              <a:rPr lang="en-US" sz="2000">
                <a:ea typeface="+mn-lt"/>
                <a:cs typeface="+mn-lt"/>
              </a:rPr>
              <a:t> — resources</a:t>
            </a:r>
          </a:p>
          <a:p>
            <a:pPr marL="0" indent="0">
              <a:buNone/>
            </a:pPr>
            <a:r>
              <a:rPr lang="en-US" sz="2000">
                <a:latin typeface="Consolas"/>
              </a:rPr>
              <a:t>outputs.tf</a:t>
            </a:r>
            <a:r>
              <a:rPr lang="en-US" sz="2000">
                <a:ea typeface="+mn-lt"/>
                <a:cs typeface="+mn-lt"/>
              </a:rPr>
              <a:t> — outputs</a:t>
            </a:r>
          </a:p>
          <a:p>
            <a:pPr marL="0" indent="0">
              <a:buNone/>
            </a:pPr>
            <a:r>
              <a:rPr lang="en-US" sz="2000">
                <a:latin typeface="Consolas"/>
              </a:rPr>
              <a:t>locals.tf</a:t>
            </a:r>
            <a:r>
              <a:rPr lang="en-US" sz="2000">
                <a:ea typeface="+mn-lt"/>
                <a:cs typeface="+mn-lt"/>
              </a:rPr>
              <a:t> — computed values</a:t>
            </a:r>
          </a:p>
          <a:p>
            <a:pPr>
              <a:buFont typeface="Arial"/>
              <a:buChar char="•"/>
            </a:pPr>
            <a:endParaRPr lang="en-US" sz="2000"/>
          </a:p>
          <a:p>
            <a:pPr marL="0" indent="0">
              <a:buNone/>
            </a:pPr>
            <a:r>
              <a:rPr lang="en-US" sz="2000"/>
              <a:t>Important Note: </a:t>
            </a:r>
            <a:r>
              <a:rPr lang="en-US" sz="2000" b="1">
                <a:ea typeface="+mn-lt"/>
                <a:cs typeface="+mn-lt"/>
              </a:rPr>
              <a:t>Multiple files are for humans, not for Terraform. Terraform loads all .</a:t>
            </a:r>
            <a:r>
              <a:rPr lang="en-US" sz="2000" b="1" err="1">
                <a:ea typeface="+mn-lt"/>
                <a:cs typeface="+mn-lt"/>
              </a:rPr>
              <a:t>tf</a:t>
            </a:r>
            <a:r>
              <a:rPr lang="en-US" sz="2000" b="1">
                <a:ea typeface="+mn-lt"/>
                <a:cs typeface="+mn-lt"/>
              </a:rPr>
              <a:t> files in the folder, in any order, and merges them into a single configuration internally.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01365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Terraform CLI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Terraform course</a:t>
            </a:r>
          </a:p>
        </p:txBody>
      </p:sp>
    </p:spTree>
    <p:extLst>
      <p:ext uri="{BB962C8B-B14F-4D97-AF65-F5344CB8AC3E}">
        <p14:creationId xmlns:p14="http://schemas.microsoft.com/office/powerpoint/2010/main" val="48446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4A90-937C-7C6D-50AD-25F9248A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/>
              <a:t>Terraform CLI Workflow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203A9-452D-7BE5-2BC4-8C36ACB6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terraform </a:t>
            </a:r>
            <a:r>
              <a:rPr lang="en-US" dirty="0" err="1"/>
              <a:t>init</a:t>
            </a:r>
          </a:p>
          <a:p>
            <a:r>
              <a:rPr lang="en-US" dirty="0"/>
              <a:t>terraform validate</a:t>
            </a:r>
          </a:p>
          <a:p>
            <a:r>
              <a:rPr lang="en-US" dirty="0"/>
              <a:t>terraform plan</a:t>
            </a:r>
          </a:p>
          <a:p>
            <a:r>
              <a:rPr lang="en-US" dirty="0"/>
              <a:t>terraform apply</a:t>
            </a:r>
          </a:p>
          <a:p>
            <a:r>
              <a:rPr lang="en-US" dirty="0"/>
              <a:t>terraform destroy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0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00F2CB2-A0A6-65F1-C928-DE307C59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13" y="4228215"/>
            <a:ext cx="5580347" cy="252228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1D6136-C663-AB24-20BB-060A58F7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040" y="4740138"/>
            <a:ext cx="3995994" cy="1325563"/>
          </a:xfrm>
        </p:spPr>
        <p:txBody>
          <a:bodyPr>
            <a:normAutofit/>
          </a:bodyPr>
          <a:lstStyle/>
          <a:p>
            <a:r>
              <a:rPr lang="en-US"/>
              <a:t>Terraform Init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E14202-B5B7-0281-646F-F4B557D3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781" y="263799"/>
            <a:ext cx="10927734" cy="36681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Aptos Display"/>
              </a:rPr>
              <a:t>terraform </a:t>
            </a:r>
            <a:r>
              <a:rPr lang="en-US" sz="1800" err="1">
                <a:latin typeface="Aptos Display"/>
              </a:rPr>
              <a:t>init</a:t>
            </a:r>
            <a:r>
              <a:rPr lang="en-US" sz="1800">
                <a:latin typeface="Aptos Display"/>
              </a:rPr>
              <a:t> is the </a:t>
            </a:r>
            <a:r>
              <a:rPr lang="en-US" sz="1800" b="1">
                <a:latin typeface="Aptos Display"/>
              </a:rPr>
              <a:t>first command</a:t>
            </a:r>
            <a:r>
              <a:rPr lang="en-US" sz="1800">
                <a:latin typeface="Aptos Display"/>
              </a:rPr>
              <a:t> you run in any Terraform project. </a:t>
            </a:r>
          </a:p>
          <a:p>
            <a:r>
              <a:rPr lang="en-US" sz="1800">
                <a:latin typeface="Aptos Display"/>
              </a:rPr>
              <a:t>it prepares your working directory so Terraform can run other commands like </a:t>
            </a:r>
            <a:r>
              <a:rPr lang="en-US" sz="1800" b="1">
                <a:latin typeface="Aptos Display"/>
              </a:rPr>
              <a:t>plan</a:t>
            </a:r>
            <a:r>
              <a:rPr lang="en-US" sz="1800">
                <a:latin typeface="Aptos Display"/>
              </a:rPr>
              <a:t> </a:t>
            </a:r>
            <a:r>
              <a:rPr lang="en-US" sz="1800" err="1">
                <a:latin typeface="Aptos Display"/>
              </a:rPr>
              <a:t>and</a:t>
            </a:r>
            <a:r>
              <a:rPr lang="en-US" sz="1800" b="1" err="1">
                <a:latin typeface="Aptos Display"/>
              </a:rPr>
              <a:t>apply</a:t>
            </a:r>
            <a:r>
              <a:rPr lang="en-US" sz="1800">
                <a:latin typeface="Aptos Display"/>
              </a:rPr>
              <a:t>.</a:t>
            </a:r>
          </a:p>
          <a:p>
            <a:r>
              <a:rPr lang="en-US" sz="1800">
                <a:latin typeface="Aptos Display"/>
              </a:rPr>
              <a:t>think of it like </a:t>
            </a:r>
            <a:r>
              <a:rPr lang="en-US" sz="1800" b="1">
                <a:latin typeface="Aptos Display"/>
              </a:rPr>
              <a:t>setting up all tools and dependencies before building a project</a:t>
            </a:r>
            <a:r>
              <a:rPr lang="en-US" sz="1800">
                <a:latin typeface="Aptos Display"/>
              </a:rPr>
              <a:t>.</a:t>
            </a:r>
          </a:p>
          <a:p>
            <a:r>
              <a:rPr lang="en-US" sz="1800">
                <a:latin typeface="Aptos Display"/>
              </a:rPr>
              <a:t>prepares plugin directory. Keeps providers under .terraform folder</a:t>
            </a:r>
          </a:p>
          <a:p>
            <a:r>
              <a:rPr lang="en-US" sz="1800">
                <a:latin typeface="Aptos Display"/>
              </a:rPr>
              <a:t>downloads Providers Example: </a:t>
            </a:r>
            <a:r>
              <a:rPr lang="en-US" sz="1800" err="1">
                <a:latin typeface="Aptos Display"/>
              </a:rPr>
              <a:t>AzureRM</a:t>
            </a:r>
            <a:r>
              <a:rPr lang="en-US" sz="1800">
                <a:latin typeface="Aptos Display"/>
              </a:rPr>
              <a:t>, AWS, Kubernetes, GitHub</a:t>
            </a:r>
          </a:p>
          <a:p>
            <a:r>
              <a:rPr lang="en-US" sz="1800">
                <a:latin typeface="Aptos Display"/>
              </a:rPr>
              <a:t>configures Backend (if any).Remote state like Azure Storage, S3, Terraform Cloud</a:t>
            </a:r>
          </a:p>
          <a:p>
            <a:r>
              <a:rPr lang="en-US" sz="1800">
                <a:latin typeface="Aptos Display"/>
              </a:rPr>
              <a:t>installs required modules. Local or from Terraform Registry / GitHub</a:t>
            </a:r>
          </a:p>
          <a:p>
            <a:r>
              <a:rPr lang="en-US" sz="1800">
                <a:latin typeface="Aptos Display"/>
              </a:rPr>
              <a:t>.Terraform directory Should not be committed to Repo</a:t>
            </a:r>
          </a:p>
          <a:p>
            <a:r>
              <a:rPr lang="en-US" sz="1800">
                <a:latin typeface="Aptos Display"/>
              </a:rPr>
              <a:t>Creates </a:t>
            </a:r>
            <a:r>
              <a:rPr lang="en-US" sz="1800">
                <a:ea typeface="+mn-lt"/>
                <a:cs typeface="+mn-lt"/>
              </a:rPr>
              <a:t>.</a:t>
            </a:r>
            <a:r>
              <a:rPr lang="en-US" sz="1800" err="1">
                <a:ea typeface="+mn-lt"/>
                <a:cs typeface="+mn-lt"/>
              </a:rPr>
              <a:t>terraform.lock.hcl</a:t>
            </a:r>
            <a:r>
              <a:rPr lang="en-US" sz="1800">
                <a:ea typeface="+mn-lt"/>
                <a:cs typeface="+mn-lt"/>
              </a:rPr>
              <a:t> -Dependency lock file listing exact provider versions and hashes.</a:t>
            </a:r>
          </a:p>
          <a:p>
            <a:r>
              <a:rPr lang="en-US" sz="1800">
                <a:ea typeface="+mn-lt"/>
                <a:cs typeface="+mn-lt"/>
              </a:rPr>
              <a:t>Should be committed to Repo,Because teams &amp; pipelines need the exact same provider version.</a:t>
            </a:r>
            <a:endParaRPr lang="en-US" sz="1800">
              <a:latin typeface="Aptos"/>
            </a:endParaRPr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048066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6BA22-DC4D-98A4-2E97-45174B74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LAB: 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3232B9-1B8D-7C26-1358-47EB30EA0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457494"/>
              </p:ext>
            </p:extLst>
          </p:nvPr>
        </p:nvGraphicFramePr>
        <p:xfrm>
          <a:off x="904602" y="3148863"/>
          <a:ext cx="10378440" cy="29472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78440">
                  <a:extLst>
                    <a:ext uri="{9D8B030D-6E8A-4147-A177-3AD203B41FA5}">
                      <a16:colId xmlns:a16="http://schemas.microsoft.com/office/drawing/2014/main" val="3787112316"/>
                    </a:ext>
                  </a:extLst>
                </a:gridCol>
              </a:tblGrid>
              <a:tr h="62950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800">
                          <a:effectLst/>
                        </a:rPr>
                        <a:t>Providers declaration &amp; Resource Declaration</a:t>
                      </a:r>
                      <a:endParaRPr lang="en-US"/>
                    </a:p>
                  </a:txBody>
                  <a:tcPr marL="143069" marR="143069" marT="71534" marB="71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864154"/>
                  </a:ext>
                </a:extLst>
              </a:tr>
              <a:tr h="62950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800">
                          <a:effectLst/>
                        </a:rPr>
                        <a:t>Run terraform Init and check the output</a:t>
                      </a:r>
                    </a:p>
                  </a:txBody>
                  <a:tcPr marL="143069" marR="143069" marT="71534" marB="71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78347"/>
                  </a:ext>
                </a:extLst>
              </a:tr>
              <a:tr h="62950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800">
                          <a:effectLst/>
                        </a:rPr>
                        <a:t>check Providers downloads</a:t>
                      </a:r>
                    </a:p>
                  </a:txBody>
                  <a:tcPr marL="143069" marR="143069" marT="71534" marB="71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589146"/>
                  </a:ext>
                </a:extLst>
              </a:tr>
              <a:tr h="1058709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800">
                          <a:effectLst/>
                        </a:rPr>
                        <a:t>Module Declaration &amp; run terraform </a:t>
                      </a:r>
                      <a:r>
                        <a:rPr lang="en-US" sz="2800" err="1">
                          <a:effectLst/>
                        </a:rPr>
                        <a:t>init</a:t>
                      </a:r>
                      <a:r>
                        <a:rPr lang="en-US" sz="2800">
                          <a:effectLst/>
                        </a:rPr>
                        <a:t> and Validate remote Modules getting Downloaded</a:t>
                      </a:r>
                    </a:p>
                  </a:txBody>
                  <a:tcPr marL="143069" marR="143069" marT="71534" marB="71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51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90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28E2-0D68-F32E-45EC-78F051D7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04B0C-C8A0-2BF0-6593-25E1299F9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What is Terraform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Terraform History </a:t>
            </a:r>
          </a:p>
          <a:p>
            <a:r>
              <a:rPr lang="en-US" dirty="0">
                <a:ea typeface="+mn-lt"/>
                <a:cs typeface="+mn-lt"/>
              </a:rPr>
              <a:t>Difference between Terraform , ARM Templates and Cloud Formation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What is Provider </a:t>
            </a:r>
          </a:p>
          <a:p>
            <a:r>
              <a:rPr lang="en-US" dirty="0">
                <a:ea typeface="+mn-lt"/>
                <a:cs typeface="+mn-lt"/>
              </a:rPr>
              <a:t>What is Resource </a:t>
            </a:r>
          </a:p>
          <a:p>
            <a:r>
              <a:rPr lang="en-US" dirty="0">
                <a:ea typeface="+mn-lt"/>
                <a:cs typeface="+mn-lt"/>
              </a:rPr>
              <a:t>Terraform Init </a:t>
            </a:r>
          </a:p>
          <a:p>
            <a:r>
              <a:rPr lang="en-US" dirty="0">
                <a:ea typeface="+mn-lt"/>
                <a:cs typeface="+mn-lt"/>
              </a:rPr>
              <a:t>Lab: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Providers declaration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terraform Init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Checked how Providers and Modules getting Downloaded in .terraform directory</a:t>
            </a:r>
          </a:p>
        </p:txBody>
      </p:sp>
    </p:spTree>
    <p:extLst>
      <p:ext uri="{BB962C8B-B14F-4D97-AF65-F5344CB8AC3E}">
        <p14:creationId xmlns:p14="http://schemas.microsoft.com/office/powerpoint/2010/main" val="1210349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red pin is pinned on a calendar date">
            <a:extLst>
              <a:ext uri="{FF2B5EF4-FFF2-40B4-BE49-F238E27FC236}">
                <a16:creationId xmlns:a16="http://schemas.microsoft.com/office/drawing/2014/main" id="{3D42B590-00F2-8B05-D7E4-D1137A6364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2" b="1560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BD92AB-BB03-3A45-B74A-DD9143733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D0F2E-7A1B-8611-992B-6F2B8B031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Terraform Series</a:t>
            </a:r>
          </a:p>
        </p:txBody>
      </p:sp>
    </p:spTree>
    <p:extLst>
      <p:ext uri="{BB962C8B-B14F-4D97-AF65-F5344CB8AC3E}">
        <p14:creationId xmlns:p14="http://schemas.microsoft.com/office/powerpoint/2010/main" val="3636426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936C-B660-FCBA-19E1-080134AB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– Day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4EB97-EEEF-C978-7EE7-33D341716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Terraform Basic Commands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 </a:t>
            </a:r>
            <a:r>
              <a:rPr lang="en-US" dirty="0" err="1"/>
              <a:t>init</a:t>
            </a:r>
            <a:r>
              <a:rPr lang="en-US" dirty="0"/>
              <a:t>  (already covered in day1)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validate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plan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apply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 destroy</a:t>
            </a:r>
          </a:p>
          <a:p>
            <a:pPr>
              <a:buFont typeface="Courier New" panose="020B0604020202020204" pitchFamily="34" charset="0"/>
              <a:buChar char="o"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Lab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Resources Creation on Azure cloud using  Terraform </a:t>
            </a:r>
          </a:p>
        </p:txBody>
      </p:sp>
    </p:spTree>
    <p:extLst>
      <p:ext uri="{BB962C8B-B14F-4D97-AF65-F5344CB8AC3E}">
        <p14:creationId xmlns:p14="http://schemas.microsoft.com/office/powerpoint/2010/main" val="2906280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F8C9-4430-31B9-591C-321460BF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Terraform validate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ECCF48-048A-9435-6DDE-EF7FB9CDBD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872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086D6-82E8-2FA8-FA75-6B901D69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>
                <a:latin typeface="Aptos"/>
              </a:rPr>
              <a:t>When to Use It</a:t>
            </a:r>
            <a:endParaRPr lang="en-US" sz="3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24A8-A6F3-2719-A41D-F3FC66A11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500" b="1"/>
          </a:p>
          <a:p>
            <a:pPr>
              <a:buFont typeface="Arial,Sans-Serif" panose="020B0604020202020204" pitchFamily="34" charset="0"/>
            </a:pPr>
            <a:r>
              <a:rPr lang="en-US" sz="1500"/>
              <a:t>Before </a:t>
            </a:r>
            <a:r>
              <a:rPr lang="en-US" sz="1500">
                <a:latin typeface="Consolas"/>
              </a:rPr>
              <a:t>terraform plan</a:t>
            </a:r>
          </a:p>
          <a:p>
            <a:pPr>
              <a:buFont typeface="Arial,Sans-Serif" panose="020B0604020202020204" pitchFamily="34" charset="0"/>
            </a:pPr>
            <a:r>
              <a:rPr lang="en-US" sz="1500"/>
              <a:t>In CI/CD pipelines</a:t>
            </a:r>
          </a:p>
          <a:p>
            <a:pPr>
              <a:buFont typeface="Arial,Sans-Serif" panose="020B0604020202020204" pitchFamily="34" charset="0"/>
            </a:pPr>
            <a:r>
              <a:rPr lang="en-US" sz="1500"/>
              <a:t>After editing variables, modules, providers</a:t>
            </a:r>
          </a:p>
          <a:p>
            <a:pPr>
              <a:buFont typeface="Arial,Sans-Serif" panose="020B0604020202020204" pitchFamily="34" charset="0"/>
            </a:pPr>
            <a:r>
              <a:rPr lang="en-US" sz="1500"/>
              <a:t>To catch simple mistakes early</a:t>
            </a:r>
          </a:p>
        </p:txBody>
      </p:sp>
      <p:pic>
        <p:nvPicPr>
          <p:cNvPr id="4" name="Picture 3" descr="Core steps of Terraform. Terraform | by The_Anshuman | Medium">
            <a:extLst>
              <a:ext uri="{FF2B5EF4-FFF2-40B4-BE49-F238E27FC236}">
                <a16:creationId xmlns:a16="http://schemas.microsoft.com/office/drawing/2014/main" id="{68B38A07-611D-7A4A-CB54-1B747E2AC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30" y="2734056"/>
            <a:ext cx="8602132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28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FA5F-7F1E-7103-8B64-6F7CB45A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75722" cy="648230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What is </a:t>
            </a:r>
            <a:r>
              <a:rPr lang="en-US">
                <a:latin typeface="Consolas"/>
              </a:rPr>
              <a:t>terraform plan</a:t>
            </a:r>
            <a:r>
              <a:rPr lang="en-US">
                <a:ea typeface="+mj-lt"/>
                <a:cs typeface="+mj-lt"/>
              </a:rPr>
              <a:t>?</a:t>
            </a:r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F1152A52-E70D-C13F-6051-390700F70C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170104" y="1994958"/>
          <a:ext cx="7336751" cy="381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" name="Picture 36" descr="Terraform Tutorials: Basic Workflow Getting Started Guide - DevOpsSchool.com">
            <a:extLst>
              <a:ext uri="{FF2B5EF4-FFF2-40B4-BE49-F238E27FC236}">
                <a16:creationId xmlns:a16="http://schemas.microsoft.com/office/drawing/2014/main" id="{7F5B12FB-E2C8-5C36-BA78-0F569EC998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461" y="1711805"/>
            <a:ext cx="5591078" cy="285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5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6CDE-7C2F-BA0E-A94F-619E93A4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does terraform plan do?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4037D3-3205-BB8D-7416-906086ACB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20577"/>
              </p:ext>
            </p:extLst>
          </p:nvPr>
        </p:nvGraphicFramePr>
        <p:xfrm>
          <a:off x="643467" y="1931156"/>
          <a:ext cx="10905067" cy="38823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36851">
                  <a:extLst>
                    <a:ext uri="{9D8B030D-6E8A-4147-A177-3AD203B41FA5}">
                      <a16:colId xmlns:a16="http://schemas.microsoft.com/office/drawing/2014/main" val="3789076694"/>
                    </a:ext>
                  </a:extLst>
                </a:gridCol>
                <a:gridCol w="6768216">
                  <a:extLst>
                    <a:ext uri="{9D8B030D-6E8A-4147-A177-3AD203B41FA5}">
                      <a16:colId xmlns:a16="http://schemas.microsoft.com/office/drawing/2014/main" val="2394258118"/>
                    </a:ext>
                  </a:extLst>
                </a:gridCol>
              </a:tblGrid>
              <a:tr h="683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Action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Explanation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61956"/>
                  </a:ext>
                </a:extLst>
              </a:tr>
              <a:tr h="683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Reads configuration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Checks </a:t>
                      </a:r>
                      <a:r>
                        <a:rPr lang="en-US" sz="3100">
                          <a:latin typeface="Courier New" panose="02070309020205020404" pitchFamily="49" charset="0"/>
                        </a:rPr>
                        <a:t>.tf</a:t>
                      </a:r>
                      <a:r>
                        <a:rPr lang="en-US" sz="3100"/>
                        <a:t> files in your project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373146"/>
                  </a:ext>
                </a:extLst>
              </a:tr>
              <a:tr h="683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Reads current state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Local or remote backend state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745400"/>
                  </a:ext>
                </a:extLst>
              </a:tr>
              <a:tr h="1149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Calculates changes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Determines what to add, update, or destroy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606275"/>
                  </a:ext>
                </a:extLst>
              </a:tr>
              <a:tr h="683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Displays plan to user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Shows actions before applying them</a:t>
                      </a:r>
                    </a:p>
                  </a:txBody>
                  <a:tcPr marL="155294" marR="155294" marT="77647" marB="77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074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460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DB17-8113-9A70-1906-A4D283D1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is </a:t>
            </a:r>
            <a:r>
              <a:rPr lang="en-US">
                <a:latin typeface="Consolas"/>
              </a:rPr>
              <a:t>terraform apply</a:t>
            </a:r>
            <a:r>
              <a:rPr lang="en-US">
                <a:ea typeface="+mj-lt"/>
                <a:cs typeface="+mj-lt"/>
              </a:rPr>
              <a:t>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CDD0-64D3-76A1-14DB-C02FF646F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terraform apply</a:t>
            </a:r>
            <a:r>
              <a:rPr lang="en-US">
                <a:ea typeface="+mn-lt"/>
                <a:cs typeface="+mn-lt"/>
              </a:rPr>
              <a:t> is the command Terraform uses to </a:t>
            </a:r>
            <a:r>
              <a:rPr lang="en-US" b="1">
                <a:ea typeface="+mn-lt"/>
                <a:cs typeface="+mn-lt"/>
              </a:rPr>
              <a:t>provision, update, or modify</a:t>
            </a:r>
            <a:r>
              <a:rPr lang="en-US">
                <a:ea typeface="+mn-lt"/>
                <a:cs typeface="+mn-lt"/>
              </a:rPr>
              <a:t> infrastructure based on your Terraform configuration files.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takes the </a:t>
            </a:r>
            <a:r>
              <a:rPr lang="en-US" b="1">
                <a:ea typeface="+mn-lt"/>
                <a:cs typeface="+mn-lt"/>
              </a:rPr>
              <a:t>execution plan</a:t>
            </a:r>
            <a:r>
              <a:rPr lang="en-US">
                <a:ea typeface="+mn-lt"/>
                <a:cs typeface="+mn-lt"/>
              </a:rPr>
              <a:t> and applies it to the target cloud or platform (Azure, AWS, GCP, Kubernetes, etc.) using provider APIs.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Think of it as the </a:t>
            </a:r>
            <a:r>
              <a:rPr lang="en-US" b="1">
                <a:ea typeface="+mn-lt"/>
                <a:cs typeface="+mn-lt"/>
              </a:rPr>
              <a:t>“make the changes real”</a:t>
            </a:r>
            <a:r>
              <a:rPr lang="en-US">
                <a:ea typeface="+mn-lt"/>
                <a:cs typeface="+mn-lt"/>
              </a:rPr>
              <a:t> step.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15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08DF-A4B3-DDDC-9C34-39FA73C8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does terraform apply do?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FF9BFE-7A14-9DCD-15A7-2985042EF54F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197227"/>
          <a:ext cx="10905067" cy="335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79622">
                  <a:extLst>
                    <a:ext uri="{9D8B030D-6E8A-4147-A177-3AD203B41FA5}">
                      <a16:colId xmlns:a16="http://schemas.microsoft.com/office/drawing/2014/main" val="3630789157"/>
                    </a:ext>
                  </a:extLst>
                </a:gridCol>
                <a:gridCol w="6425445">
                  <a:extLst>
                    <a:ext uri="{9D8B030D-6E8A-4147-A177-3AD203B41FA5}">
                      <a16:colId xmlns:a16="http://schemas.microsoft.com/office/drawing/2014/main" val="755997557"/>
                    </a:ext>
                  </a:extLst>
                </a:gridCol>
              </a:tblGrid>
              <a:tr h="67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/>
                        <a:t>Action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/>
                        <a:t>Description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962383"/>
                  </a:ext>
                </a:extLst>
              </a:tr>
              <a:tr h="67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Reads current state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Determines what exists in cloud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146171"/>
                  </a:ext>
                </a:extLst>
              </a:tr>
              <a:tr h="67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Evaluates configuration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Compares desired config vs state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715572"/>
                  </a:ext>
                </a:extLst>
              </a:tr>
              <a:tr h="67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Executes changes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Creates/updates/deletes resources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587523"/>
                  </a:ext>
                </a:extLst>
              </a:tr>
              <a:tr h="67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Updates state file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Tracks the new real-world state</a:t>
                      </a:r>
                    </a:p>
                  </a:txBody>
                  <a:tcPr marL="152282" marR="152282" marT="76141" marB="76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86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320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489A-7ED2-18A7-B452-99D91B74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is </a:t>
            </a:r>
            <a:r>
              <a:rPr lang="en-US">
                <a:latin typeface="Consolas"/>
              </a:rPr>
              <a:t>terraform destroy</a:t>
            </a:r>
            <a:r>
              <a:rPr lang="en-US">
                <a:ea typeface="+mj-lt"/>
                <a:cs typeface="+mj-lt"/>
              </a:rPr>
              <a:t>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D17D-240A-D5A7-1820-1DC8DF524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terraform destroy</a:t>
            </a:r>
            <a:r>
              <a:rPr lang="en-US">
                <a:ea typeface="+mn-lt"/>
                <a:cs typeface="+mn-lt"/>
              </a:rPr>
              <a:t> is the Terraform command used to </a:t>
            </a:r>
            <a:r>
              <a:rPr lang="en-US" b="1">
                <a:ea typeface="+mn-lt"/>
                <a:cs typeface="+mn-lt"/>
              </a:rPr>
              <a:t>delete/destroy</a:t>
            </a:r>
            <a:r>
              <a:rPr lang="en-US">
                <a:ea typeface="+mn-lt"/>
                <a:cs typeface="+mn-lt"/>
              </a:rPr>
              <a:t> all infrastructure resources that were previously created using Terraform.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reads the </a:t>
            </a:r>
            <a:r>
              <a:rPr lang="en-US" b="1">
                <a:ea typeface="+mn-lt"/>
                <a:cs typeface="+mn-lt"/>
              </a:rPr>
              <a:t>state file</a:t>
            </a:r>
            <a:r>
              <a:rPr lang="en-US">
                <a:ea typeface="+mn-lt"/>
                <a:cs typeface="+mn-lt"/>
              </a:rPr>
              <a:t> and removes everything Terraform manages.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Think of it as the </a:t>
            </a:r>
            <a:r>
              <a:rPr lang="en-US" b="1">
                <a:ea typeface="+mn-lt"/>
                <a:cs typeface="+mn-lt"/>
              </a:rPr>
              <a:t>teardown / cleanup</a:t>
            </a:r>
            <a:r>
              <a:rPr lang="en-US">
                <a:ea typeface="+mn-lt"/>
                <a:cs typeface="+mn-lt"/>
              </a:rPr>
              <a:t> phase of your infrastructure lifecycle.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44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EA6-1EC8-5F50-6326-96524AC7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does it do?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1CBDB2-712B-4D17-BD74-2FBEEDB99988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487334"/>
          <a:ext cx="10905067" cy="27699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35046">
                  <a:extLst>
                    <a:ext uri="{9D8B030D-6E8A-4147-A177-3AD203B41FA5}">
                      <a16:colId xmlns:a16="http://schemas.microsoft.com/office/drawing/2014/main" val="2839078845"/>
                    </a:ext>
                  </a:extLst>
                </a:gridCol>
                <a:gridCol w="5470021">
                  <a:extLst>
                    <a:ext uri="{9D8B030D-6E8A-4147-A177-3AD203B41FA5}">
                      <a16:colId xmlns:a16="http://schemas.microsoft.com/office/drawing/2014/main" val="328614603"/>
                    </a:ext>
                  </a:extLst>
                </a:gridCol>
              </a:tblGrid>
              <a:tr h="553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Action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Explanation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361219"/>
                  </a:ext>
                </a:extLst>
              </a:tr>
              <a:tr h="553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Reads configuration &amp; state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Understands what resources exist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926306"/>
                  </a:ext>
                </a:extLst>
              </a:tr>
              <a:tr h="553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Shows a destroy plan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Preview of what will be deleted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301857"/>
                  </a:ext>
                </a:extLst>
              </a:tr>
              <a:tr h="553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Deletes resources via provider APIs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Azure, AWS, GCP, Kubernetes, etc.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91917"/>
                  </a:ext>
                </a:extLst>
              </a:tr>
              <a:tr h="553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Updates/cleans the state file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Removes destroyed resources</a:t>
                      </a:r>
                    </a:p>
                  </a:txBody>
                  <a:tcPr marL="125908" marR="125908" marT="62954" marB="62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17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800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61EA-55BD-7545-6861-242BC026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040" y="164122"/>
            <a:ext cx="6979920" cy="1340803"/>
          </a:xfrm>
        </p:spPr>
        <p:txBody>
          <a:bodyPr/>
          <a:lstStyle/>
          <a:p>
            <a:r>
              <a:rPr lang="en-US" dirty="0"/>
              <a:t>Resource Block Explained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967CE-FD03-FC20-6676-94F4C160906E}"/>
              </a:ext>
            </a:extLst>
          </p:cNvPr>
          <p:cNvSpPr txBox="1"/>
          <p:nvPr/>
        </p:nvSpPr>
        <p:spPr>
          <a:xfrm>
            <a:off x="2407920" y="3185160"/>
            <a:ext cx="5775960" cy="21852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  <a:p>
            <a:r>
              <a:rPr lang="en-US" sz="2000">
                <a:solidFill>
                  <a:srgbClr val="1F2124"/>
                </a:solidFill>
              </a:rPr>
              <a:t>resource </a:t>
            </a:r>
            <a:r>
              <a:rPr lang="en-US" sz="2000" b="1">
                <a:solidFill>
                  <a:srgbClr val="5C4EE5"/>
                </a:solidFill>
              </a:rPr>
              <a:t>"</a:t>
            </a:r>
            <a:r>
              <a:rPr lang="en-US" sz="2000" b="1" err="1">
                <a:solidFill>
                  <a:srgbClr val="5C4EE5"/>
                </a:solidFill>
              </a:rPr>
              <a:t>azurerm_resource_group</a:t>
            </a:r>
            <a:r>
              <a:rPr lang="en-US" sz="2000" b="1">
                <a:solidFill>
                  <a:srgbClr val="5C4EE5"/>
                </a:solidFill>
              </a:rPr>
              <a:t>"</a:t>
            </a:r>
            <a:r>
              <a:rPr lang="en-US" sz="2000"/>
              <a:t> </a:t>
            </a:r>
            <a:r>
              <a:rPr lang="en-US" sz="2000">
                <a:solidFill>
                  <a:schemeClr val="accent5">
                    <a:lumMod val="76000"/>
                  </a:schemeClr>
                </a:solidFill>
              </a:rPr>
              <a:t>"my-</a:t>
            </a:r>
            <a:r>
              <a:rPr lang="en-US" sz="2000" err="1">
                <a:solidFill>
                  <a:schemeClr val="accent5">
                    <a:lumMod val="76000"/>
                  </a:schemeClr>
                </a:solidFill>
              </a:rPr>
              <a:t>rg</a:t>
            </a:r>
            <a:r>
              <a:rPr lang="en-US" sz="2000">
                <a:solidFill>
                  <a:schemeClr val="accent5">
                    <a:lumMod val="76000"/>
                  </a:schemeClr>
                </a:solidFill>
              </a:rPr>
              <a:t>" </a:t>
            </a:r>
          </a:p>
          <a:p>
            <a:r>
              <a:rPr lang="en-US" sz="2000">
                <a:solidFill>
                  <a:srgbClr val="1F2124"/>
                </a:solidFill>
              </a:rPr>
              <a:t>{</a:t>
            </a:r>
            <a:r>
              <a:rPr lang="en-US" sz="2000"/>
              <a:t> </a:t>
            </a:r>
            <a:endParaRPr lang="en-US" sz="2000">
              <a:solidFill>
                <a:srgbClr val="000000"/>
              </a:solidFill>
            </a:endParaRPr>
          </a:p>
          <a:p>
            <a:r>
              <a:rPr lang="en-US" sz="2000">
                <a:solidFill>
                  <a:srgbClr val="525761"/>
                </a:solidFill>
              </a:rPr>
              <a:t>name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1F2124"/>
                </a:solidFill>
              </a:rPr>
              <a:t>=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5C4EE5"/>
                </a:solidFill>
              </a:rPr>
              <a:t>"</a:t>
            </a:r>
            <a:r>
              <a:rPr lang="en-US" sz="2000" err="1">
                <a:solidFill>
                  <a:srgbClr val="5C4EE5"/>
                </a:solidFill>
              </a:rPr>
              <a:t>myRg</a:t>
            </a:r>
            <a:r>
              <a:rPr lang="en-US" sz="2000">
                <a:solidFill>
                  <a:srgbClr val="5C4EE5"/>
                </a:solidFill>
              </a:rPr>
              <a:t>"</a:t>
            </a:r>
            <a:r>
              <a:rPr lang="en-US" sz="2000">
                <a:solidFill>
                  <a:srgbClr val="000000"/>
                </a:solidFill>
              </a:rPr>
              <a:t> </a:t>
            </a:r>
          </a:p>
          <a:p>
            <a:r>
              <a:rPr lang="en-US" sz="2000">
                <a:solidFill>
                  <a:srgbClr val="525761"/>
                </a:solidFill>
              </a:rPr>
              <a:t>location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1F2124"/>
                </a:solidFill>
              </a:rPr>
              <a:t>=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5C4EE5"/>
                </a:solidFill>
              </a:rPr>
              <a:t>"West Europe"</a:t>
            </a:r>
            <a:r>
              <a:rPr lang="en-US" sz="2000">
                <a:solidFill>
                  <a:srgbClr val="000000"/>
                </a:solidFill>
              </a:rPr>
              <a:t> </a:t>
            </a:r>
          </a:p>
          <a:p>
            <a:r>
              <a:rPr lang="en-US" sz="2000">
                <a:solidFill>
                  <a:srgbClr val="1F2124"/>
                </a:solidFill>
              </a:rPr>
              <a:t>}</a:t>
            </a:r>
            <a:endParaRPr lang="en-US" sz="2000"/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44CC9-68E3-562E-CD63-78ED50ECDCAE}"/>
              </a:ext>
            </a:extLst>
          </p:cNvPr>
          <p:cNvSpPr txBox="1"/>
          <p:nvPr/>
        </p:nvSpPr>
        <p:spPr>
          <a:xfrm>
            <a:off x="350520" y="3421380"/>
            <a:ext cx="140208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Block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F4247-5737-C691-AD13-26F3FD69FB13}"/>
              </a:ext>
            </a:extLst>
          </p:cNvPr>
          <p:cNvSpPr txBox="1"/>
          <p:nvPr/>
        </p:nvSpPr>
        <p:spPr>
          <a:xfrm>
            <a:off x="1905000" y="1691640"/>
            <a:ext cx="35433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Provider = </a:t>
            </a:r>
            <a:r>
              <a:rPr lang="en-US" err="1"/>
              <a:t>azurerm</a:t>
            </a:r>
            <a:endParaRPr lang="en-US"/>
          </a:p>
          <a:p>
            <a:r>
              <a:rPr lang="en-US"/>
              <a:t>Resource = Resource Group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2F7B61-0F41-6877-9E32-9B43D7F472AE}"/>
              </a:ext>
            </a:extLst>
          </p:cNvPr>
          <p:cNvSpPr txBox="1"/>
          <p:nvPr/>
        </p:nvSpPr>
        <p:spPr>
          <a:xfrm>
            <a:off x="3299460" y="2613660"/>
            <a:ext cx="171450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aseline="0">
                <a:latin typeface="Aptos"/>
              </a:rPr>
              <a:t>Resource Type 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94DBF-3595-B474-B776-9F68F7FBA823}"/>
              </a:ext>
            </a:extLst>
          </p:cNvPr>
          <p:cNvSpPr txBox="1"/>
          <p:nvPr/>
        </p:nvSpPr>
        <p:spPr>
          <a:xfrm>
            <a:off x="6370320" y="2613660"/>
            <a:ext cx="188976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Resource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1B88D-C6E5-A92A-50F3-F91FC28AEA05}"/>
              </a:ext>
            </a:extLst>
          </p:cNvPr>
          <p:cNvSpPr txBox="1"/>
          <p:nvPr/>
        </p:nvSpPr>
        <p:spPr>
          <a:xfrm>
            <a:off x="8442960" y="4198620"/>
            <a:ext cx="1722120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Arguments</a:t>
            </a:r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36F024D-30D4-BD83-AA1B-19BB9D9CFA0D}"/>
              </a:ext>
            </a:extLst>
          </p:cNvPr>
          <p:cNvSpPr/>
          <p:nvPr/>
        </p:nvSpPr>
        <p:spPr>
          <a:xfrm>
            <a:off x="5295900" y="4213860"/>
            <a:ext cx="2964180" cy="3505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FFAFAF-1EFC-CA0F-54FA-32E7C6129CA0}"/>
              </a:ext>
            </a:extLst>
          </p:cNvPr>
          <p:cNvCxnSpPr/>
          <p:nvPr/>
        </p:nvCxnSpPr>
        <p:spPr>
          <a:xfrm flipV="1">
            <a:off x="3543300" y="3863340"/>
            <a:ext cx="2941319" cy="1524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7BAAB9-64E6-8B8F-219D-CE4454D398D8}"/>
              </a:ext>
            </a:extLst>
          </p:cNvPr>
          <p:cNvCxnSpPr/>
          <p:nvPr/>
        </p:nvCxnSpPr>
        <p:spPr>
          <a:xfrm flipV="1">
            <a:off x="6751319" y="3863340"/>
            <a:ext cx="647700" cy="1524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29E488F-3634-A949-73B0-F6ACF5D0D22A}"/>
              </a:ext>
            </a:extLst>
          </p:cNvPr>
          <p:cNvSpPr/>
          <p:nvPr/>
        </p:nvSpPr>
        <p:spPr>
          <a:xfrm>
            <a:off x="4404360" y="3078480"/>
            <a:ext cx="198120" cy="441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0634F4-A690-2B3A-561F-6B9D3A337244}"/>
              </a:ext>
            </a:extLst>
          </p:cNvPr>
          <p:cNvCxnSpPr/>
          <p:nvPr/>
        </p:nvCxnSpPr>
        <p:spPr>
          <a:xfrm flipV="1">
            <a:off x="2583179" y="3832860"/>
            <a:ext cx="71628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Left 24">
            <a:extLst>
              <a:ext uri="{FF2B5EF4-FFF2-40B4-BE49-F238E27FC236}">
                <a16:creationId xmlns:a16="http://schemas.microsoft.com/office/drawing/2014/main" id="{10E57116-91EA-4F0D-32F8-23C9F563B4A3}"/>
              </a:ext>
            </a:extLst>
          </p:cNvPr>
          <p:cNvSpPr/>
          <p:nvPr/>
        </p:nvSpPr>
        <p:spPr>
          <a:xfrm>
            <a:off x="1744980" y="3596639"/>
            <a:ext cx="708660" cy="1676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A5200F0D-E3B9-9E03-6C75-0C4293166E10}"/>
              </a:ext>
            </a:extLst>
          </p:cNvPr>
          <p:cNvSpPr/>
          <p:nvPr/>
        </p:nvSpPr>
        <p:spPr>
          <a:xfrm>
            <a:off x="6926579" y="3078480"/>
            <a:ext cx="152400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9796B0-06D7-C58A-4549-20A436B05A3E}"/>
              </a:ext>
            </a:extLst>
          </p:cNvPr>
          <p:cNvCxnSpPr/>
          <p:nvPr/>
        </p:nvCxnSpPr>
        <p:spPr>
          <a:xfrm>
            <a:off x="3703320" y="2438400"/>
            <a:ext cx="13716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86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5E2E-81E9-BF9D-575F-B1A83AB5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Different Type of Blocks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04455-F3CF-4EB8-22BB-26513B4036E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Terraform configuration is structured using different types of </a:t>
            </a:r>
            <a:r>
              <a:rPr lang="en-US" sz="2200" b="1"/>
              <a:t>blocks</a:t>
            </a:r>
            <a:r>
              <a:rPr lang="en-US" sz="2200"/>
              <a:t>, each serving a specific purpose. Below are the main Terraform block types you should know, especially for interviews and real-world usage.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EC433F-84E1-641C-9706-01EAB8A2C33B}"/>
              </a:ext>
            </a:extLst>
          </p:cNvPr>
          <p:cNvGraphicFramePr>
            <a:graphicFrameLocks noGrp="1"/>
          </p:cNvGraphicFramePr>
          <p:nvPr/>
        </p:nvGraphicFramePr>
        <p:xfrm>
          <a:off x="4654296" y="1061486"/>
          <a:ext cx="6903721" cy="473503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2490007">
                  <a:extLst>
                    <a:ext uri="{9D8B030D-6E8A-4147-A177-3AD203B41FA5}">
                      <a16:colId xmlns:a16="http://schemas.microsoft.com/office/drawing/2014/main" val="1078700341"/>
                    </a:ext>
                  </a:extLst>
                </a:gridCol>
                <a:gridCol w="4413714">
                  <a:extLst>
                    <a:ext uri="{9D8B030D-6E8A-4147-A177-3AD203B41FA5}">
                      <a16:colId xmlns:a16="http://schemas.microsoft.com/office/drawing/2014/main" val="292161150"/>
                    </a:ext>
                  </a:extLst>
                </a:gridCol>
              </a:tblGrid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Terraform Block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01517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terraform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Version, providers, backend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13446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provider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Configures cloud provider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02429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resource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Creates infrastructure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203584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data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Reads existing resources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924161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variable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Input parameters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36313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locals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Internal values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005960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module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Reusable configurations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735893"/>
                  </a:ext>
                </a:extLst>
              </a:tr>
              <a:tr h="526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output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Export values after deployment</a:t>
                      </a:r>
                    </a:p>
                  </a:txBody>
                  <a:tcPr marL="91218" marR="91218" marT="45608" marB="9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0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634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F464-04B3-F090-E963-67BCF64E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86083"/>
          </a:xfrm>
        </p:spPr>
        <p:txBody>
          <a:bodyPr/>
          <a:lstStyle/>
          <a:p>
            <a:r>
              <a:rPr lang="en-US" dirty="0"/>
              <a:t>Lab : </a:t>
            </a:r>
            <a:br>
              <a:rPr lang="en-US" dirty="0"/>
            </a:br>
            <a:r>
              <a:rPr lang="en-US" dirty="0"/>
              <a:t>Azure resource creation </a:t>
            </a:r>
            <a:br>
              <a:rPr lang="en-US" dirty="0"/>
            </a:br>
            <a:r>
              <a:rPr lang="en-US" dirty="0"/>
              <a:t>- terraform validate</a:t>
            </a:r>
            <a:br>
              <a:rPr lang="en-US" dirty="0"/>
            </a:br>
            <a:r>
              <a:rPr lang="en-US" dirty="0"/>
              <a:t>- terraform plan</a:t>
            </a:r>
            <a:br>
              <a:rPr lang="en-US" dirty="0"/>
            </a:br>
            <a:r>
              <a:rPr lang="en-US" dirty="0"/>
              <a:t>- terraform apply</a:t>
            </a:r>
            <a:br>
              <a:rPr lang="en-US" dirty="0"/>
            </a:br>
            <a:r>
              <a:rPr lang="en-US" dirty="0"/>
              <a:t>- terraform destroy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81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7BE7-D76E-047F-393F-15C76E8B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CAD1-D09E-8130-2FDB-121165ED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Day2 -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AC693-5A50-5F78-DC47-066FB6CCF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Terraform Basic Commands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validate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plan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 apply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terraform destroy</a:t>
            </a:r>
          </a:p>
          <a:p>
            <a:pPr>
              <a:buFont typeface="Courier New" panose="020B0604020202020204" pitchFamily="34" charset="0"/>
              <a:buChar char="o"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Lab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Resources Creation on Azure cloud using  Terraform </a:t>
            </a:r>
          </a:p>
        </p:txBody>
      </p:sp>
    </p:spTree>
    <p:extLst>
      <p:ext uri="{BB962C8B-B14F-4D97-AF65-F5344CB8AC3E}">
        <p14:creationId xmlns:p14="http://schemas.microsoft.com/office/powerpoint/2010/main" val="15621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Welcome to Terraform Training series</vt:lpstr>
      <vt:lpstr>About me</vt:lpstr>
      <vt:lpstr>Quick Introduction from participants</vt:lpstr>
      <vt:lpstr>Introduction</vt:lpstr>
      <vt:lpstr>What is Terraform ?</vt:lpstr>
      <vt:lpstr>Terraform –  Important Updates / History</vt:lpstr>
      <vt:lpstr>Terraform vs ARM Templates vs AWS CloudFormation</vt:lpstr>
      <vt:lpstr>How does Terraform work?</vt:lpstr>
      <vt:lpstr>Install Terraform</vt:lpstr>
      <vt:lpstr>Terraform Providers</vt:lpstr>
      <vt:lpstr>Several Types of Terraform providers</vt:lpstr>
      <vt:lpstr>Terraform Provider Block (Azure vs AWS)</vt:lpstr>
      <vt:lpstr>Terraform Basics: What goes inside the root directory?</vt:lpstr>
      <vt:lpstr>Can we keep everything in ONE tf file?  Answer : Yes </vt:lpstr>
      <vt:lpstr>If we can write everything in one file, why do we use multiple files?</vt:lpstr>
      <vt:lpstr>Terraform CLI Workflow</vt:lpstr>
      <vt:lpstr>Terraform CLI Workflow</vt:lpstr>
      <vt:lpstr>Terraform Init</vt:lpstr>
      <vt:lpstr>LAB: </vt:lpstr>
      <vt:lpstr>Summary</vt:lpstr>
      <vt:lpstr>Day 2</vt:lpstr>
      <vt:lpstr>Topics – Day 2</vt:lpstr>
      <vt:lpstr>Terraform validate</vt:lpstr>
      <vt:lpstr>When to Use It</vt:lpstr>
      <vt:lpstr>What is terraform plan?</vt:lpstr>
      <vt:lpstr>What does terraform plan do?</vt:lpstr>
      <vt:lpstr>What is terraform apply?</vt:lpstr>
      <vt:lpstr>What does terraform apply do?</vt:lpstr>
      <vt:lpstr>What is terraform destroy?</vt:lpstr>
      <vt:lpstr>What does it do?</vt:lpstr>
      <vt:lpstr>Resource Block Explained</vt:lpstr>
      <vt:lpstr>Different Type of Blocks</vt:lpstr>
      <vt:lpstr>Lab :  Azure resource creation  - terraform validate - terraform plan - terraform apply - terraform destroy </vt:lpstr>
      <vt:lpstr>Day2 -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69</cp:revision>
  <dcterms:created xsi:type="dcterms:W3CDTF">2025-11-17T17:02:16Z</dcterms:created>
  <dcterms:modified xsi:type="dcterms:W3CDTF">2025-12-03T01:20:26Z</dcterms:modified>
</cp:coreProperties>
</file>