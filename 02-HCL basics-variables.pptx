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0"/>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esh reddy" userId="181b763867612699" providerId="Windows Live" clId="Web-{90ABF093-1054-A3D8-5C1C-334F07EE937D}"/>
    <pc:docChg chg="addSld delSld modSld sldOrd addMainMaster delMainMaster">
      <pc:chgData name="Ramesh reddy" userId="181b763867612699" providerId="Windows Live" clId="Web-{90ABF093-1054-A3D8-5C1C-334F07EE937D}" dt="2025-11-18T05:44:40.714" v="178" actId="20577"/>
      <pc:docMkLst>
        <pc:docMk/>
      </pc:docMkLst>
      <pc:sldChg chg="modSp new">
        <pc:chgData name="Ramesh reddy" userId="181b763867612699" providerId="Windows Live" clId="Web-{90ABF093-1054-A3D8-5C1C-334F07EE937D}" dt="2025-11-18T05:33:03.449" v="93" actId="20577"/>
        <pc:sldMkLst>
          <pc:docMk/>
          <pc:sldMk cId="2090486571" sldId="259"/>
        </pc:sldMkLst>
        <pc:spChg chg="mod">
          <ac:chgData name="Ramesh reddy" userId="181b763867612699" providerId="Windows Live" clId="Web-{90ABF093-1054-A3D8-5C1C-334F07EE937D}" dt="2025-11-18T05:32:37.324" v="82" actId="20577"/>
          <ac:spMkLst>
            <pc:docMk/>
            <pc:sldMk cId="2090486571" sldId="259"/>
            <ac:spMk id="2" creationId="{9743427F-D098-06E1-BF95-81917FE95F78}"/>
          </ac:spMkLst>
        </pc:spChg>
        <pc:spChg chg="mod">
          <ac:chgData name="Ramesh reddy" userId="181b763867612699" providerId="Windows Live" clId="Web-{90ABF093-1054-A3D8-5C1C-334F07EE937D}" dt="2025-11-18T05:33:03.449" v="93" actId="20577"/>
          <ac:spMkLst>
            <pc:docMk/>
            <pc:sldMk cId="2090486571" sldId="259"/>
            <ac:spMk id="3" creationId="{F6B2AC10-ACD3-665B-9653-7BA795BC61A3}"/>
          </ac:spMkLst>
        </pc:spChg>
      </pc:sldChg>
      <pc:sldChg chg="modSp new">
        <pc:chgData name="Ramesh reddy" userId="181b763867612699" providerId="Windows Live" clId="Web-{90ABF093-1054-A3D8-5C1C-334F07EE937D}" dt="2025-11-18T05:38:57.312" v="104" actId="20577"/>
        <pc:sldMkLst>
          <pc:docMk/>
          <pc:sldMk cId="644283825" sldId="260"/>
        </pc:sldMkLst>
        <pc:spChg chg="mod">
          <ac:chgData name="Ramesh reddy" userId="181b763867612699" providerId="Windows Live" clId="Web-{90ABF093-1054-A3D8-5C1C-334F07EE937D}" dt="2025-11-18T05:33:46.934" v="98" actId="20577"/>
          <ac:spMkLst>
            <pc:docMk/>
            <pc:sldMk cId="644283825" sldId="260"/>
            <ac:spMk id="2" creationId="{EEF1B398-5E4A-35E9-EB62-E2D6A81302B1}"/>
          </ac:spMkLst>
        </pc:spChg>
        <pc:spChg chg="mod">
          <ac:chgData name="Ramesh reddy" userId="181b763867612699" providerId="Windows Live" clId="Web-{90ABF093-1054-A3D8-5C1C-334F07EE937D}" dt="2025-11-18T05:38:57.312" v="104" actId="20577"/>
          <ac:spMkLst>
            <pc:docMk/>
            <pc:sldMk cId="644283825" sldId="260"/>
            <ac:spMk id="3" creationId="{1498AB18-B7C5-48AD-05FB-B920103349B8}"/>
          </ac:spMkLst>
        </pc:spChg>
      </pc:sldChg>
      <pc:sldChg chg="addSp delSp modSp new">
        <pc:chgData name="Ramesh reddy" userId="181b763867612699" providerId="Windows Live" clId="Web-{90ABF093-1054-A3D8-5C1C-334F07EE937D}" dt="2025-11-18T05:41:53.876" v="139"/>
        <pc:sldMkLst>
          <pc:docMk/>
          <pc:sldMk cId="569265450" sldId="261"/>
        </pc:sldMkLst>
        <pc:spChg chg="mod">
          <ac:chgData name="Ramesh reddy" userId="181b763867612699" providerId="Windows Live" clId="Web-{90ABF093-1054-A3D8-5C1C-334F07EE937D}" dt="2025-11-18T05:39:04.031" v="109" actId="20577"/>
          <ac:spMkLst>
            <pc:docMk/>
            <pc:sldMk cId="569265450" sldId="261"/>
            <ac:spMk id="2" creationId="{67F8ED68-39AE-7277-3EBA-9A97EFCA7B82}"/>
          </ac:spMkLst>
        </pc:spChg>
        <pc:spChg chg="add mod">
          <ac:chgData name="Ramesh reddy" userId="181b763867612699" providerId="Windows Live" clId="Web-{90ABF093-1054-A3D8-5C1C-334F07EE937D}" dt="2025-11-18T05:41:11.704" v="129" actId="14100"/>
          <ac:spMkLst>
            <pc:docMk/>
            <pc:sldMk cId="569265450" sldId="261"/>
            <ac:spMk id="6" creationId="{9F2F6727-0D69-7BA1-604F-F3320B576F79}"/>
          </ac:spMkLst>
        </pc:spChg>
        <pc:graphicFrameChg chg="add mod modGraphic">
          <ac:chgData name="Ramesh reddy" userId="181b763867612699" providerId="Windows Live" clId="Web-{90ABF093-1054-A3D8-5C1C-334F07EE937D}" dt="2025-11-18T05:41:53.876" v="139"/>
          <ac:graphicFrameMkLst>
            <pc:docMk/>
            <pc:sldMk cId="569265450" sldId="261"/>
            <ac:graphicFrameMk id="8" creationId="{4419ADD0-F70B-DDE3-10F2-43A8734CB5A1}"/>
          </ac:graphicFrameMkLst>
        </pc:graphicFrameChg>
      </pc:sldChg>
      <pc:sldChg chg="modSp add">
        <pc:chgData name="Ramesh reddy" userId="181b763867612699" providerId="Windows Live" clId="Web-{90ABF093-1054-A3D8-5C1C-334F07EE937D}" dt="2025-11-18T05:44:10.947" v="169"/>
        <pc:sldMkLst>
          <pc:docMk/>
          <pc:sldMk cId="2524086675" sldId="262"/>
        </pc:sldMkLst>
        <pc:spChg chg="mod">
          <ac:chgData name="Ramesh reddy" userId="181b763867612699" providerId="Windows Live" clId="Web-{90ABF093-1054-A3D8-5C1C-334F07EE937D}" dt="2025-11-18T05:42:45.145" v="156" actId="1076"/>
          <ac:spMkLst>
            <pc:docMk/>
            <pc:sldMk cId="2524086675" sldId="262"/>
            <ac:spMk id="2" creationId="{E8FB61EA-55BD-7545-6861-242BC0269299}"/>
          </ac:spMkLst>
        </pc:spChg>
        <pc:spChg chg="mod">
          <ac:chgData name="Ramesh reddy" userId="181b763867612699" providerId="Windows Live" clId="Web-{90ABF093-1054-A3D8-5C1C-334F07EE937D}" dt="2025-11-18T05:44:10.947" v="169"/>
          <ac:spMkLst>
            <pc:docMk/>
            <pc:sldMk cId="2524086675" sldId="262"/>
            <ac:spMk id="13" creationId="{58FF4247-5737-C691-AD13-26F3FD69FB13}"/>
          </ac:spMkLst>
        </pc:spChg>
        <pc:spChg chg="mod">
          <ac:chgData name="Ramesh reddy" userId="181b763867612699" providerId="Windows Live" clId="Web-{90ABF093-1054-A3D8-5C1C-334F07EE937D}" dt="2025-11-18T05:44:00.696" v="168"/>
          <ac:spMkLst>
            <pc:docMk/>
            <pc:sldMk cId="2524086675" sldId="262"/>
            <ac:spMk id="17" creationId="{CFF1B88D-C6E5-A92A-50F3-F91FC28AEA05}"/>
          </ac:spMkLst>
        </pc:spChg>
      </pc:sldChg>
      <pc:sldChg chg="modSp new ord">
        <pc:chgData name="Ramesh reddy" userId="181b763867612699" providerId="Windows Live" clId="Web-{90ABF093-1054-A3D8-5C1C-334F07EE937D}" dt="2025-11-18T05:44:40.714" v="178" actId="20577"/>
        <pc:sldMkLst>
          <pc:docMk/>
          <pc:sldMk cId="3136700250" sldId="263"/>
        </pc:sldMkLst>
        <pc:spChg chg="mod">
          <ac:chgData name="Ramesh reddy" userId="181b763867612699" providerId="Windows Live" clId="Web-{90ABF093-1054-A3D8-5C1C-334F07EE937D}" dt="2025-11-18T05:44:40.714" v="178" actId="20577"/>
          <ac:spMkLst>
            <pc:docMk/>
            <pc:sldMk cId="3136700250" sldId="263"/>
            <ac:spMk id="2" creationId="{79F57CE2-0DCB-B156-4477-C996C496B69E}"/>
          </ac:spMkLst>
        </pc:spChg>
      </pc:sldChg>
      <pc:sldMasterChg chg="add del addSldLayout delSldLayout">
        <pc:chgData name="Ramesh reddy" userId="181b763867612699" providerId="Windows Live" clId="Web-{90ABF093-1054-A3D8-5C1C-334F07EE937D}" dt="2025-11-18T05:32:14.214" v="80"/>
        <pc:sldMasterMkLst>
          <pc:docMk/>
          <pc:sldMasterMk cId="1888595980" sldId="2147483695"/>
        </pc:sldMasterMkLst>
        <pc:sldLayoutChg chg="add del">
          <pc:chgData name="Ramesh reddy" userId="181b763867612699" providerId="Windows Live" clId="Web-{90ABF093-1054-A3D8-5C1C-334F07EE937D}" dt="2025-11-18T05:32:14.214" v="80"/>
          <pc:sldLayoutMkLst>
            <pc:docMk/>
            <pc:sldMasterMk cId="1888595980" sldId="2147483695"/>
            <pc:sldLayoutMk cId="718047984" sldId="2147483684"/>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1539501817" sldId="2147483685"/>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1232785005" sldId="2147483686"/>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2586866362" sldId="2147483687"/>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2573648177" sldId="2147483688"/>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2155993386" sldId="2147483689"/>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2003187894" sldId="2147483690"/>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1969527921" sldId="2147483691"/>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231855367" sldId="2147483692"/>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2631719303" sldId="2147483693"/>
          </pc:sldLayoutMkLst>
        </pc:sldLayoutChg>
        <pc:sldLayoutChg chg="add del">
          <pc:chgData name="Ramesh reddy" userId="181b763867612699" providerId="Windows Live" clId="Web-{90ABF093-1054-A3D8-5C1C-334F07EE937D}" dt="2025-11-18T05:32:14.214" v="80"/>
          <pc:sldLayoutMkLst>
            <pc:docMk/>
            <pc:sldMasterMk cId="1888595980" sldId="2147483695"/>
            <pc:sldLayoutMk cId="1328027391" sldId="2147483694"/>
          </pc:sldLayoutMkLst>
        </pc:sldLayoutChg>
      </pc:sldMasterChg>
    </pc:docChg>
  </pc:docChgLst>
  <pc:docChgLst>
    <pc:chgData name="Ramesh reddy" userId="181b763867612699" providerId="Windows Live" clId="Web-{96BD35DE-793E-5744-DD4A-40E4ACED1647}"/>
    <pc:docChg chg="addSld modSld">
      <pc:chgData name="Ramesh reddy" userId="181b763867612699" providerId="Windows Live" clId="Web-{96BD35DE-793E-5744-DD4A-40E4ACED1647}" dt="2025-11-24T17:17:41.679" v="219"/>
      <pc:docMkLst>
        <pc:docMk/>
      </pc:docMkLst>
      <pc:sldChg chg="addSp modSp mod setBg">
        <pc:chgData name="Ramesh reddy" userId="181b763867612699" providerId="Windows Live" clId="Web-{96BD35DE-793E-5744-DD4A-40E4ACED1647}" dt="2025-11-24T17:14:21.851" v="205"/>
        <pc:sldMkLst>
          <pc:docMk/>
          <pc:sldMk cId="2090486571" sldId="259"/>
        </pc:sldMkLst>
        <pc:spChg chg="mod">
          <ac:chgData name="Ramesh reddy" userId="181b763867612699" providerId="Windows Live" clId="Web-{96BD35DE-793E-5744-DD4A-40E4ACED1647}" dt="2025-11-24T17:14:21.851" v="205"/>
          <ac:spMkLst>
            <pc:docMk/>
            <pc:sldMk cId="2090486571" sldId="259"/>
            <ac:spMk id="2" creationId="{9743427F-D098-06E1-BF95-81917FE95F78}"/>
          </ac:spMkLst>
        </pc:spChg>
        <pc:spChg chg="mod">
          <ac:chgData name="Ramesh reddy" userId="181b763867612699" providerId="Windows Live" clId="Web-{96BD35DE-793E-5744-DD4A-40E4ACED1647}" dt="2025-11-24T17:14:21.851" v="205"/>
          <ac:spMkLst>
            <pc:docMk/>
            <pc:sldMk cId="2090486571" sldId="259"/>
            <ac:spMk id="3" creationId="{F6B2AC10-ACD3-665B-9653-7BA795BC61A3}"/>
          </ac:spMkLst>
        </pc:spChg>
        <pc:spChg chg="add">
          <ac:chgData name="Ramesh reddy" userId="181b763867612699" providerId="Windows Live" clId="Web-{96BD35DE-793E-5744-DD4A-40E4ACED1647}" dt="2025-11-24T17:14:21.851" v="205"/>
          <ac:spMkLst>
            <pc:docMk/>
            <pc:sldMk cId="2090486571" sldId="259"/>
            <ac:spMk id="9" creationId="{744CAA32-F237-419C-A2DD-43C28D920D3C}"/>
          </ac:spMkLst>
        </pc:spChg>
        <pc:picChg chg="add">
          <ac:chgData name="Ramesh reddy" userId="181b763867612699" providerId="Windows Live" clId="Web-{96BD35DE-793E-5744-DD4A-40E4ACED1647}" dt="2025-11-24T17:14:21.851" v="205"/>
          <ac:picMkLst>
            <pc:docMk/>
            <pc:sldMk cId="2090486571" sldId="259"/>
            <ac:picMk id="5" creationId="{88F407F3-AB6E-CA1A-015D-AFE6C32B7F27}"/>
          </ac:picMkLst>
        </pc:picChg>
        <pc:cxnChg chg="add">
          <ac:chgData name="Ramesh reddy" userId="181b763867612699" providerId="Windows Live" clId="Web-{96BD35DE-793E-5744-DD4A-40E4ACED1647}" dt="2025-11-24T17:14:21.851" v="205"/>
          <ac:cxnSpMkLst>
            <pc:docMk/>
            <pc:sldMk cId="2090486571" sldId="259"/>
            <ac:cxnSpMk id="11" creationId="{753FE100-D0AB-4AE2-824B-60CFA31EC6A2}"/>
          </ac:cxnSpMkLst>
        </pc:cxnChg>
      </pc:sldChg>
      <pc:sldChg chg="addSp modSp mod setBg">
        <pc:chgData name="Ramesh reddy" userId="181b763867612699" providerId="Windows Live" clId="Web-{96BD35DE-793E-5744-DD4A-40E4ACED1647}" dt="2025-11-24T17:14:34.132" v="206"/>
        <pc:sldMkLst>
          <pc:docMk/>
          <pc:sldMk cId="644283825" sldId="260"/>
        </pc:sldMkLst>
        <pc:spChg chg="mod">
          <ac:chgData name="Ramesh reddy" userId="181b763867612699" providerId="Windows Live" clId="Web-{96BD35DE-793E-5744-DD4A-40E4ACED1647}" dt="2025-11-24T17:14:34.132" v="206"/>
          <ac:spMkLst>
            <pc:docMk/>
            <pc:sldMk cId="644283825" sldId="260"/>
            <ac:spMk id="2" creationId="{EEF1B398-5E4A-35E9-EB62-E2D6A81302B1}"/>
          </ac:spMkLst>
        </pc:spChg>
        <pc:spChg chg="mod">
          <ac:chgData name="Ramesh reddy" userId="181b763867612699" providerId="Windows Live" clId="Web-{96BD35DE-793E-5744-DD4A-40E4ACED1647}" dt="2025-11-24T17:14:34.132" v="206"/>
          <ac:spMkLst>
            <pc:docMk/>
            <pc:sldMk cId="644283825" sldId="260"/>
            <ac:spMk id="3" creationId="{1498AB18-B7C5-48AD-05FB-B920103349B8}"/>
          </ac:spMkLst>
        </pc:spChg>
        <pc:spChg chg="add">
          <ac:chgData name="Ramesh reddy" userId="181b763867612699" providerId="Windows Live" clId="Web-{96BD35DE-793E-5744-DD4A-40E4ACED1647}" dt="2025-11-24T17:14:34.132" v="206"/>
          <ac:spMkLst>
            <pc:docMk/>
            <pc:sldMk cId="644283825" sldId="260"/>
            <ac:spMk id="9" creationId="{744CAA32-F237-419C-A2DD-43C28D920D3C}"/>
          </ac:spMkLst>
        </pc:spChg>
        <pc:picChg chg="add">
          <ac:chgData name="Ramesh reddy" userId="181b763867612699" providerId="Windows Live" clId="Web-{96BD35DE-793E-5744-DD4A-40E4ACED1647}" dt="2025-11-24T17:14:34.132" v="206"/>
          <ac:picMkLst>
            <pc:docMk/>
            <pc:sldMk cId="644283825" sldId="260"/>
            <ac:picMk id="5" creationId="{3FF2BCA3-5F8B-EA64-6F91-2DC616F6E2F7}"/>
          </ac:picMkLst>
        </pc:picChg>
        <pc:cxnChg chg="add">
          <ac:chgData name="Ramesh reddy" userId="181b763867612699" providerId="Windows Live" clId="Web-{96BD35DE-793E-5744-DD4A-40E4ACED1647}" dt="2025-11-24T17:14:34.132" v="206"/>
          <ac:cxnSpMkLst>
            <pc:docMk/>
            <pc:sldMk cId="644283825" sldId="260"/>
            <ac:cxnSpMk id="11" creationId="{753FE100-D0AB-4AE2-824B-60CFA31EC6A2}"/>
          </ac:cxnSpMkLst>
        </pc:cxnChg>
      </pc:sldChg>
      <pc:sldChg chg="addSp delSp modSp mod setBg">
        <pc:chgData name="Ramesh reddy" userId="181b763867612699" providerId="Windows Live" clId="Web-{96BD35DE-793E-5744-DD4A-40E4ACED1647}" dt="2025-11-24T17:15:04.664" v="208"/>
        <pc:sldMkLst>
          <pc:docMk/>
          <pc:sldMk cId="569265450" sldId="261"/>
        </pc:sldMkLst>
        <pc:spChg chg="mod">
          <ac:chgData name="Ramesh reddy" userId="181b763867612699" providerId="Windows Live" clId="Web-{96BD35DE-793E-5744-DD4A-40E4ACED1647}" dt="2025-11-24T17:15:04.664" v="208"/>
          <ac:spMkLst>
            <pc:docMk/>
            <pc:sldMk cId="569265450" sldId="261"/>
            <ac:spMk id="2" creationId="{67F8ED68-39AE-7277-3EBA-9A97EFCA7B82}"/>
          </ac:spMkLst>
        </pc:spChg>
        <pc:spChg chg="mod">
          <ac:chgData name="Ramesh reddy" userId="181b763867612699" providerId="Windows Live" clId="Web-{96BD35DE-793E-5744-DD4A-40E4ACED1647}" dt="2025-11-24T17:15:04.664" v="208"/>
          <ac:spMkLst>
            <pc:docMk/>
            <pc:sldMk cId="569265450" sldId="261"/>
            <ac:spMk id="6" creationId="{9F2F6727-0D69-7BA1-604F-F3320B576F79}"/>
          </ac:spMkLst>
        </pc:spChg>
        <pc:graphicFrameChg chg="mod">
          <ac:chgData name="Ramesh reddy" userId="181b763867612699" providerId="Windows Live" clId="Web-{96BD35DE-793E-5744-DD4A-40E4ACED1647}" dt="2025-11-24T17:15:04.664" v="208"/>
          <ac:graphicFrameMkLst>
            <pc:docMk/>
            <pc:sldMk cId="569265450" sldId="261"/>
            <ac:graphicFrameMk id="8" creationId="{4419ADD0-F70B-DDE3-10F2-43A8734CB5A1}"/>
          </ac:graphicFrameMkLst>
        </pc:graphicFrameChg>
      </pc:sldChg>
      <pc:sldChg chg="addSp delSp modSp mod setBg modClrScheme setClrOvrMap chgLayout modNotes">
        <pc:chgData name="Ramesh reddy" userId="181b763867612699" providerId="Windows Live" clId="Web-{96BD35DE-793E-5744-DD4A-40E4ACED1647}" dt="2025-11-24T16:37:32.462" v="19"/>
        <pc:sldMkLst>
          <pc:docMk/>
          <pc:sldMk cId="3136700250" sldId="263"/>
        </pc:sldMkLst>
        <pc:spChg chg="mod ord">
          <ac:chgData name="Ramesh reddy" userId="181b763867612699" providerId="Windows Live" clId="Web-{96BD35DE-793E-5744-DD4A-40E4ACED1647}" dt="2025-11-24T16:33:20.098" v="14"/>
          <ac:spMkLst>
            <pc:docMk/>
            <pc:sldMk cId="3136700250" sldId="263"/>
            <ac:spMk id="2" creationId="{79F57CE2-0DCB-B156-4477-C996C496B69E}"/>
          </ac:spMkLst>
        </pc:spChg>
        <pc:spChg chg="add">
          <ac:chgData name="Ramesh reddy" userId="181b763867612699" providerId="Windows Live" clId="Web-{96BD35DE-793E-5744-DD4A-40E4ACED1647}" dt="2025-11-24T16:33:20.098" v="14"/>
          <ac:spMkLst>
            <pc:docMk/>
            <pc:sldMk cId="3136700250" sldId="263"/>
            <ac:spMk id="35" creationId="{19F9BF86-FE94-4517-B97D-026C7515E589}"/>
          </ac:spMkLst>
        </pc:spChg>
        <pc:spChg chg="add">
          <ac:chgData name="Ramesh reddy" userId="181b763867612699" providerId="Windows Live" clId="Web-{96BD35DE-793E-5744-DD4A-40E4ACED1647}" dt="2025-11-24T16:33:20.098" v="14"/>
          <ac:spMkLst>
            <pc:docMk/>
            <pc:sldMk cId="3136700250" sldId="263"/>
            <ac:spMk id="37" creationId="{D50741CA-59A3-4426-8205-D763C968E879}"/>
          </ac:spMkLst>
        </pc:spChg>
        <pc:picChg chg="add">
          <ac:chgData name="Ramesh reddy" userId="181b763867612699" providerId="Windows Live" clId="Web-{96BD35DE-793E-5744-DD4A-40E4ACED1647}" dt="2025-11-24T16:33:20.098" v="14"/>
          <ac:picMkLst>
            <pc:docMk/>
            <pc:sldMk cId="3136700250" sldId="263"/>
            <ac:picMk id="36" creationId="{92BD4044-5B5A-CFE7-3549-567B99A09603}"/>
          </ac:picMkLst>
        </pc:picChg>
        <pc:cxnChg chg="add">
          <ac:chgData name="Ramesh reddy" userId="181b763867612699" providerId="Windows Live" clId="Web-{96BD35DE-793E-5744-DD4A-40E4ACED1647}" dt="2025-11-24T16:33:20.098" v="14"/>
          <ac:cxnSpMkLst>
            <pc:docMk/>
            <pc:sldMk cId="3136700250" sldId="263"/>
            <ac:cxnSpMk id="38" creationId="{B05D162C-996E-4B39-A3EF-DB9D0EEF2E33}"/>
          </ac:cxnSpMkLst>
        </pc:cxnChg>
      </pc:sldChg>
      <pc:sldChg chg="addSp delSp modSp new mod setBg modNotes">
        <pc:chgData name="Ramesh reddy" userId="181b763867612699" providerId="Windows Live" clId="Web-{96BD35DE-793E-5744-DD4A-40E4ACED1647}" dt="2025-11-24T17:15:42.773" v="209"/>
        <pc:sldMkLst>
          <pc:docMk/>
          <pc:sldMk cId="3020080567" sldId="264"/>
        </pc:sldMkLst>
        <pc:spChg chg="mod">
          <ac:chgData name="Ramesh reddy" userId="181b763867612699" providerId="Windows Live" clId="Web-{96BD35DE-793E-5744-DD4A-40E4ACED1647}" dt="2025-11-24T17:15:42.773" v="209"/>
          <ac:spMkLst>
            <pc:docMk/>
            <pc:sldMk cId="3020080567" sldId="264"/>
            <ac:spMk id="2" creationId="{C9C5F9B4-60C4-CFE5-92F1-9C851CFEC6CB}"/>
          </ac:spMkLst>
        </pc:spChg>
        <pc:spChg chg="add">
          <ac:chgData name="Ramesh reddy" userId="181b763867612699" providerId="Windows Live" clId="Web-{96BD35DE-793E-5744-DD4A-40E4ACED1647}" dt="2025-11-24T17:15:42.773" v="209"/>
          <ac:spMkLst>
            <pc:docMk/>
            <pc:sldMk cId="3020080567" sldId="264"/>
            <ac:spMk id="9" creationId="{DBDA151C-5770-45E4-AAFF-59E7F403866D}"/>
          </ac:spMkLst>
        </pc:spChg>
        <pc:graphicFrameChg chg="add">
          <ac:chgData name="Ramesh reddy" userId="181b763867612699" providerId="Windows Live" clId="Web-{96BD35DE-793E-5744-DD4A-40E4ACED1647}" dt="2025-11-24T17:15:42.773" v="209"/>
          <ac:graphicFrameMkLst>
            <pc:docMk/>
            <pc:sldMk cId="3020080567" sldId="264"/>
            <ac:graphicFrameMk id="5" creationId="{AC69B4A9-30DE-9FF9-1B55-5E5617FD6A99}"/>
          </ac:graphicFrameMkLst>
        </pc:graphicFrameChg>
        <pc:cxnChg chg="add">
          <ac:chgData name="Ramesh reddy" userId="181b763867612699" providerId="Windows Live" clId="Web-{96BD35DE-793E-5744-DD4A-40E4ACED1647}" dt="2025-11-24T17:15:42.773" v="209"/>
          <ac:cxnSpMkLst>
            <pc:docMk/>
            <pc:sldMk cId="3020080567" sldId="264"/>
            <ac:cxnSpMk id="11" creationId="{05ADA91C-AD52-A530-A898-AD6E69874598}"/>
          </ac:cxnSpMkLst>
        </pc:cxnChg>
      </pc:sldChg>
      <pc:sldChg chg="addSp delSp modSp new mod setBg modNotes">
        <pc:chgData name="Ramesh reddy" userId="181b763867612699" providerId="Windows Live" clId="Web-{96BD35DE-793E-5744-DD4A-40E4ACED1647}" dt="2025-11-24T17:15:50.116" v="210"/>
        <pc:sldMkLst>
          <pc:docMk/>
          <pc:sldMk cId="3883739423" sldId="265"/>
        </pc:sldMkLst>
        <pc:spChg chg="mod">
          <ac:chgData name="Ramesh reddy" userId="181b763867612699" providerId="Windows Live" clId="Web-{96BD35DE-793E-5744-DD4A-40E4ACED1647}" dt="2025-11-24T17:15:50.116" v="210"/>
          <ac:spMkLst>
            <pc:docMk/>
            <pc:sldMk cId="3883739423" sldId="265"/>
            <ac:spMk id="2" creationId="{8ADC7C3A-ED14-F96B-54EC-BA08EEEB8C5B}"/>
          </ac:spMkLst>
        </pc:spChg>
        <pc:spChg chg="add">
          <ac:chgData name="Ramesh reddy" userId="181b763867612699" providerId="Windows Live" clId="Web-{96BD35DE-793E-5744-DD4A-40E4ACED1647}" dt="2025-11-24T17:15:50.116" v="210"/>
          <ac:spMkLst>
            <pc:docMk/>
            <pc:sldMk cId="3883739423" sldId="265"/>
            <ac:spMk id="9" creationId="{DBDA151C-5770-45E4-AAFF-59E7F403866D}"/>
          </ac:spMkLst>
        </pc:spChg>
        <pc:graphicFrameChg chg="add">
          <ac:chgData name="Ramesh reddy" userId="181b763867612699" providerId="Windows Live" clId="Web-{96BD35DE-793E-5744-DD4A-40E4ACED1647}" dt="2025-11-24T17:15:50.116" v="210"/>
          <ac:graphicFrameMkLst>
            <pc:docMk/>
            <pc:sldMk cId="3883739423" sldId="265"/>
            <ac:graphicFrameMk id="5" creationId="{122AA3AC-F142-4434-EDF2-D07FFA12BE96}"/>
          </ac:graphicFrameMkLst>
        </pc:graphicFrameChg>
        <pc:cxnChg chg="add">
          <ac:chgData name="Ramesh reddy" userId="181b763867612699" providerId="Windows Live" clId="Web-{96BD35DE-793E-5744-DD4A-40E4ACED1647}" dt="2025-11-24T17:15:50.116" v="210"/>
          <ac:cxnSpMkLst>
            <pc:docMk/>
            <pc:sldMk cId="3883739423" sldId="265"/>
            <ac:cxnSpMk id="11" creationId="{05ADA91C-AD52-A530-A898-AD6E69874598}"/>
          </ac:cxnSpMkLst>
        </pc:cxnChg>
      </pc:sldChg>
      <pc:sldChg chg="modSp new modNotes">
        <pc:chgData name="Ramesh reddy" userId="181b763867612699" providerId="Windows Live" clId="Web-{96BD35DE-793E-5744-DD4A-40E4ACED1647}" dt="2025-11-24T16:43:06.997" v="43"/>
        <pc:sldMkLst>
          <pc:docMk/>
          <pc:sldMk cId="4243816096" sldId="266"/>
        </pc:sldMkLst>
        <pc:spChg chg="mod">
          <ac:chgData name="Ramesh reddy" userId="181b763867612699" providerId="Windows Live" clId="Web-{96BD35DE-793E-5744-DD4A-40E4ACED1647}" dt="2025-11-24T16:41:27.981" v="33" actId="20577"/>
          <ac:spMkLst>
            <pc:docMk/>
            <pc:sldMk cId="4243816096" sldId="266"/>
            <ac:spMk id="2" creationId="{0202115C-B1F7-FB6C-CF05-7126B75C56E3}"/>
          </ac:spMkLst>
        </pc:spChg>
        <pc:spChg chg="mod">
          <ac:chgData name="Ramesh reddy" userId="181b763867612699" providerId="Windows Live" clId="Web-{96BD35DE-793E-5744-DD4A-40E4ACED1647}" dt="2025-11-24T16:42:11.450" v="41" actId="14100"/>
          <ac:spMkLst>
            <pc:docMk/>
            <pc:sldMk cId="4243816096" sldId="266"/>
            <ac:spMk id="3" creationId="{DAC9FE0F-8C4B-FAAD-B002-DC635EAA0F31}"/>
          </ac:spMkLst>
        </pc:spChg>
      </pc:sldChg>
      <pc:sldChg chg="modSp new modNotes">
        <pc:chgData name="Ramesh reddy" userId="181b763867612699" providerId="Windows Live" clId="Web-{96BD35DE-793E-5744-DD4A-40E4ACED1647}" dt="2025-11-24T16:45:20.702" v="66" actId="1076"/>
        <pc:sldMkLst>
          <pc:docMk/>
          <pc:sldMk cId="3324544403" sldId="267"/>
        </pc:sldMkLst>
        <pc:spChg chg="mod">
          <ac:chgData name="Ramesh reddy" userId="181b763867612699" providerId="Windows Live" clId="Web-{96BD35DE-793E-5744-DD4A-40E4ACED1647}" dt="2025-11-24T16:43:24.794" v="45" actId="20577"/>
          <ac:spMkLst>
            <pc:docMk/>
            <pc:sldMk cId="3324544403" sldId="267"/>
            <ac:spMk id="2" creationId="{D60F4E1B-0498-03A3-FFE1-6C261EB1DA63}"/>
          </ac:spMkLst>
        </pc:spChg>
        <pc:spChg chg="mod">
          <ac:chgData name="Ramesh reddy" userId="181b763867612699" providerId="Windows Live" clId="Web-{96BD35DE-793E-5744-DD4A-40E4ACED1647}" dt="2025-11-24T16:45:20.702" v="66" actId="1076"/>
          <ac:spMkLst>
            <pc:docMk/>
            <pc:sldMk cId="3324544403" sldId="267"/>
            <ac:spMk id="3" creationId="{7684DCE0-5F46-B233-C17E-41DFF77E64AA}"/>
          </ac:spMkLst>
        </pc:spChg>
      </pc:sldChg>
      <pc:sldChg chg="addSp delSp modSp new mod setBg modNotes">
        <pc:chgData name="Ramesh reddy" userId="181b763867612699" providerId="Windows Live" clId="Web-{96BD35DE-793E-5744-DD4A-40E4ACED1647}" dt="2025-11-24T17:16:16.319" v="215"/>
        <pc:sldMkLst>
          <pc:docMk/>
          <pc:sldMk cId="2149283943" sldId="268"/>
        </pc:sldMkLst>
        <pc:spChg chg="mod">
          <ac:chgData name="Ramesh reddy" userId="181b763867612699" providerId="Windows Live" clId="Web-{96BD35DE-793E-5744-DD4A-40E4ACED1647}" dt="2025-11-24T17:16:16.319" v="215"/>
          <ac:spMkLst>
            <pc:docMk/>
            <pc:sldMk cId="2149283943" sldId="268"/>
            <ac:spMk id="2" creationId="{D5BBC3D5-2E01-72C2-8249-7B2E3989A3F6}"/>
          </ac:spMkLst>
        </pc:spChg>
        <pc:spChg chg="add">
          <ac:chgData name="Ramesh reddy" userId="181b763867612699" providerId="Windows Live" clId="Web-{96BD35DE-793E-5744-DD4A-40E4ACED1647}" dt="2025-11-24T17:16:16.319" v="215"/>
          <ac:spMkLst>
            <pc:docMk/>
            <pc:sldMk cId="2149283943" sldId="268"/>
            <ac:spMk id="8" creationId="{DBDA151C-5770-45E4-AAFF-59E7F403866D}"/>
          </ac:spMkLst>
        </pc:spChg>
        <pc:spChg chg="add">
          <ac:chgData name="Ramesh reddy" userId="181b763867612699" providerId="Windows Live" clId="Web-{96BD35DE-793E-5744-DD4A-40E4ACED1647}" dt="2025-11-24T17:16:16.319" v="215"/>
          <ac:spMkLst>
            <pc:docMk/>
            <pc:sldMk cId="2149283943" sldId="268"/>
            <ac:spMk id="17" creationId="{3ED8E71D-3837-E7C9-933A-BE0195414967}"/>
          </ac:spMkLst>
        </pc:spChg>
        <pc:cxnChg chg="add">
          <ac:chgData name="Ramesh reddy" userId="181b763867612699" providerId="Windows Live" clId="Web-{96BD35DE-793E-5744-DD4A-40E4ACED1647}" dt="2025-11-24T17:16:16.319" v="215"/>
          <ac:cxnSpMkLst>
            <pc:docMk/>
            <pc:sldMk cId="2149283943" sldId="268"/>
            <ac:cxnSpMk id="10" creationId="{E62D3963-2153-4637-96E6-E31BD2CE5D0D}"/>
          </ac:cxnSpMkLst>
        </pc:cxnChg>
      </pc:sldChg>
      <pc:sldChg chg="addSp modSp new modNotes">
        <pc:chgData name="Ramesh reddy" userId="181b763867612699" providerId="Windows Live" clId="Web-{96BD35DE-793E-5744-DD4A-40E4ACED1647}" dt="2025-11-24T16:52:37.625" v="119"/>
        <pc:sldMkLst>
          <pc:docMk/>
          <pc:sldMk cId="429415685" sldId="269"/>
        </pc:sldMkLst>
        <pc:spChg chg="mod">
          <ac:chgData name="Ramesh reddy" userId="181b763867612699" providerId="Windows Live" clId="Web-{96BD35DE-793E-5744-DD4A-40E4ACED1647}" dt="2025-11-24T16:48:03.190" v="77" actId="20577"/>
          <ac:spMkLst>
            <pc:docMk/>
            <pc:sldMk cId="429415685" sldId="269"/>
            <ac:spMk id="2" creationId="{CB916F9F-788C-F229-A065-FAAAC4C4A6E0}"/>
          </ac:spMkLst>
        </pc:spChg>
        <pc:spChg chg="mod">
          <ac:chgData name="Ramesh reddy" userId="181b763867612699" providerId="Windows Live" clId="Web-{96BD35DE-793E-5744-DD4A-40E4ACED1647}" dt="2025-11-24T16:52:25.859" v="118" actId="20577"/>
          <ac:spMkLst>
            <pc:docMk/>
            <pc:sldMk cId="429415685" sldId="269"/>
            <ac:spMk id="3" creationId="{6DB65383-13A3-8A0E-2E87-66F8F48473A1}"/>
          </ac:spMkLst>
        </pc:spChg>
        <pc:spChg chg="add mod ord">
          <ac:chgData name="Ramesh reddy" userId="181b763867612699" providerId="Windows Live" clId="Web-{96BD35DE-793E-5744-DD4A-40E4ACED1647}" dt="2025-11-24T16:51:49.431" v="114"/>
          <ac:spMkLst>
            <pc:docMk/>
            <pc:sldMk cId="429415685" sldId="269"/>
            <ac:spMk id="4" creationId="{33A3AD58-D271-0870-D2AE-0482A0FF5E95}"/>
          </ac:spMkLst>
        </pc:spChg>
        <pc:spChg chg="add mod ord">
          <ac:chgData name="Ramesh reddy" userId="181b763867612699" providerId="Windows Live" clId="Web-{96BD35DE-793E-5744-DD4A-40E4ACED1647}" dt="2025-11-24T16:52:37.625" v="119"/>
          <ac:spMkLst>
            <pc:docMk/>
            <pc:sldMk cId="429415685" sldId="269"/>
            <ac:spMk id="5" creationId="{E65228CF-6FE0-BC8A-B040-E70631C02036}"/>
          </ac:spMkLst>
        </pc:spChg>
      </pc:sldChg>
      <pc:sldChg chg="addSp modSp new modNotes">
        <pc:chgData name="Ramesh reddy" userId="181b763867612699" providerId="Windows Live" clId="Web-{96BD35DE-793E-5744-DD4A-40E4ACED1647}" dt="2025-11-24T16:57:52.272" v="155"/>
        <pc:sldMkLst>
          <pc:docMk/>
          <pc:sldMk cId="2086640971" sldId="270"/>
        </pc:sldMkLst>
        <pc:spChg chg="mod">
          <ac:chgData name="Ramesh reddy" userId="181b763867612699" providerId="Windows Live" clId="Web-{96BD35DE-793E-5744-DD4A-40E4ACED1647}" dt="2025-11-24T16:54:19.893" v="122" actId="20577"/>
          <ac:spMkLst>
            <pc:docMk/>
            <pc:sldMk cId="2086640971" sldId="270"/>
            <ac:spMk id="2" creationId="{212D00D7-9A7B-1B30-C02B-6CC667565D18}"/>
          </ac:spMkLst>
        </pc:spChg>
        <pc:spChg chg="mod">
          <ac:chgData name="Ramesh reddy" userId="181b763867612699" providerId="Windows Live" clId="Web-{96BD35DE-793E-5744-DD4A-40E4ACED1647}" dt="2025-11-24T16:57:07.115" v="153" actId="20577"/>
          <ac:spMkLst>
            <pc:docMk/>
            <pc:sldMk cId="2086640971" sldId="270"/>
            <ac:spMk id="3" creationId="{CF6110BD-9720-5F7E-782D-2F1FD7B11C37}"/>
          </ac:spMkLst>
        </pc:spChg>
        <pc:spChg chg="add mod ord">
          <ac:chgData name="Ramesh reddy" userId="181b763867612699" providerId="Windows Live" clId="Web-{96BD35DE-793E-5744-DD4A-40E4ACED1647}" dt="2025-11-24T16:56:07.786" v="142"/>
          <ac:spMkLst>
            <pc:docMk/>
            <pc:sldMk cId="2086640971" sldId="270"/>
            <ac:spMk id="4" creationId="{32C7DCAD-E2A2-37CD-E57A-7D5E4711AE78}"/>
          </ac:spMkLst>
        </pc:spChg>
        <pc:spChg chg="add mod ord">
          <ac:chgData name="Ramesh reddy" userId="181b763867612699" providerId="Windows Live" clId="Web-{96BD35DE-793E-5744-DD4A-40E4ACED1647}" dt="2025-11-24T16:56:56.490" v="149"/>
          <ac:spMkLst>
            <pc:docMk/>
            <pc:sldMk cId="2086640971" sldId="270"/>
            <ac:spMk id="5" creationId="{5D40B4FC-C448-E3B8-F1BE-3E124719BCBE}"/>
          </ac:spMkLst>
        </pc:spChg>
      </pc:sldChg>
      <pc:sldChg chg="addSp modSp new modNotes">
        <pc:chgData name="Ramesh reddy" userId="181b763867612699" providerId="Windows Live" clId="Web-{96BD35DE-793E-5744-DD4A-40E4ACED1647}" dt="2025-11-24T17:01:17.700" v="169"/>
        <pc:sldMkLst>
          <pc:docMk/>
          <pc:sldMk cId="1105754047" sldId="271"/>
        </pc:sldMkLst>
        <pc:spChg chg="mod">
          <ac:chgData name="Ramesh reddy" userId="181b763867612699" providerId="Windows Live" clId="Web-{96BD35DE-793E-5744-DD4A-40E4ACED1647}" dt="2025-11-24T16:58:36.899" v="157" actId="20577"/>
          <ac:spMkLst>
            <pc:docMk/>
            <pc:sldMk cId="1105754047" sldId="271"/>
            <ac:spMk id="2" creationId="{E7FB774E-8DB6-4F82-76D4-3331ACAA315A}"/>
          </ac:spMkLst>
        </pc:spChg>
        <pc:spChg chg="mod">
          <ac:chgData name="Ramesh reddy" userId="181b763867612699" providerId="Windows Live" clId="Web-{96BD35DE-793E-5744-DD4A-40E4ACED1647}" dt="2025-11-24T16:59:40.808" v="166" actId="20577"/>
          <ac:spMkLst>
            <pc:docMk/>
            <pc:sldMk cId="1105754047" sldId="271"/>
            <ac:spMk id="3" creationId="{6306C235-D536-473D-C25C-637353E4F215}"/>
          </ac:spMkLst>
        </pc:spChg>
        <pc:picChg chg="add mod">
          <ac:chgData name="Ramesh reddy" userId="181b763867612699" providerId="Windows Live" clId="Web-{96BD35DE-793E-5744-DD4A-40E4ACED1647}" dt="2025-11-24T16:59:42.136" v="167" actId="1076"/>
          <ac:picMkLst>
            <pc:docMk/>
            <pc:sldMk cId="1105754047" sldId="271"/>
            <ac:picMk id="4" creationId="{397F479D-654E-5115-3FC4-7EB558F6A0ED}"/>
          </ac:picMkLst>
        </pc:picChg>
      </pc:sldChg>
      <pc:sldChg chg="addSp modSp new modNotes">
        <pc:chgData name="Ramesh reddy" userId="181b763867612699" providerId="Windows Live" clId="Web-{96BD35DE-793E-5744-DD4A-40E4ACED1647}" dt="2025-11-24T17:02:49.051" v="178"/>
        <pc:sldMkLst>
          <pc:docMk/>
          <pc:sldMk cId="2498874274" sldId="272"/>
        </pc:sldMkLst>
        <pc:spChg chg="mod">
          <ac:chgData name="Ramesh reddy" userId="181b763867612699" providerId="Windows Live" clId="Web-{96BD35DE-793E-5744-DD4A-40E4ACED1647}" dt="2025-11-24T17:01:19.778" v="171" actId="20577"/>
          <ac:spMkLst>
            <pc:docMk/>
            <pc:sldMk cId="2498874274" sldId="272"/>
            <ac:spMk id="2" creationId="{F3001C08-12E6-1A18-57CC-6687CC5D6832}"/>
          </ac:spMkLst>
        </pc:spChg>
        <pc:spChg chg="mod">
          <ac:chgData name="Ramesh reddy" userId="181b763867612699" providerId="Windows Live" clId="Web-{96BD35DE-793E-5744-DD4A-40E4ACED1647}" dt="2025-11-24T17:01:54.263" v="173" actId="20577"/>
          <ac:spMkLst>
            <pc:docMk/>
            <pc:sldMk cId="2498874274" sldId="272"/>
            <ac:spMk id="3" creationId="{29B4A8BB-8124-F2C9-C138-37D626C9ADA4}"/>
          </ac:spMkLst>
        </pc:spChg>
        <pc:picChg chg="add mod">
          <ac:chgData name="Ramesh reddy" userId="181b763867612699" providerId="Windows Live" clId="Web-{96BD35DE-793E-5744-DD4A-40E4ACED1647}" dt="2025-11-24T17:01:58.216" v="175" actId="1076"/>
          <ac:picMkLst>
            <pc:docMk/>
            <pc:sldMk cId="2498874274" sldId="272"/>
            <ac:picMk id="4" creationId="{1881B6D8-B7EC-2910-A3BB-0DA4A93D8124}"/>
          </ac:picMkLst>
        </pc:picChg>
      </pc:sldChg>
      <pc:sldChg chg="addSp modSp new mod setBg modNotes">
        <pc:chgData name="Ramesh reddy" userId="181b763867612699" providerId="Windows Live" clId="Web-{96BD35DE-793E-5744-DD4A-40E4ACED1647}" dt="2025-11-24T17:16:45.413" v="216"/>
        <pc:sldMkLst>
          <pc:docMk/>
          <pc:sldMk cId="1593756787" sldId="273"/>
        </pc:sldMkLst>
        <pc:spChg chg="mod">
          <ac:chgData name="Ramesh reddy" userId="181b763867612699" providerId="Windows Live" clId="Web-{96BD35DE-793E-5744-DD4A-40E4ACED1647}" dt="2025-11-24T17:16:45.413" v="216"/>
          <ac:spMkLst>
            <pc:docMk/>
            <pc:sldMk cId="1593756787" sldId="273"/>
            <ac:spMk id="2" creationId="{AEDEB64B-2A4F-7783-0A30-ED1E236E9DDB}"/>
          </ac:spMkLst>
        </pc:spChg>
        <pc:spChg chg="mod">
          <ac:chgData name="Ramesh reddy" userId="181b763867612699" providerId="Windows Live" clId="Web-{96BD35DE-793E-5744-DD4A-40E4ACED1647}" dt="2025-11-24T17:16:45.413" v="216"/>
          <ac:spMkLst>
            <pc:docMk/>
            <pc:sldMk cId="1593756787" sldId="273"/>
            <ac:spMk id="3" creationId="{55FBA57B-6439-F1B6-5CBE-EA0A8BAC6044}"/>
          </ac:spMkLst>
        </pc:spChg>
        <pc:spChg chg="add">
          <ac:chgData name="Ramesh reddy" userId="181b763867612699" providerId="Windows Live" clId="Web-{96BD35DE-793E-5744-DD4A-40E4ACED1647}" dt="2025-11-24T17:16:45.413" v="216"/>
          <ac:spMkLst>
            <pc:docMk/>
            <pc:sldMk cId="1593756787" sldId="273"/>
            <ac:spMk id="9" creationId="{744CAA32-F237-419C-A2DD-43C28D920D3C}"/>
          </ac:spMkLst>
        </pc:spChg>
        <pc:picChg chg="add">
          <ac:chgData name="Ramesh reddy" userId="181b763867612699" providerId="Windows Live" clId="Web-{96BD35DE-793E-5744-DD4A-40E4ACED1647}" dt="2025-11-24T17:16:45.413" v="216"/>
          <ac:picMkLst>
            <pc:docMk/>
            <pc:sldMk cId="1593756787" sldId="273"/>
            <ac:picMk id="5" creationId="{2B6F3ABD-3D08-0F88-2108-7DD9CB3E3FCC}"/>
          </ac:picMkLst>
        </pc:picChg>
        <pc:cxnChg chg="add">
          <ac:chgData name="Ramesh reddy" userId="181b763867612699" providerId="Windows Live" clId="Web-{96BD35DE-793E-5744-DD4A-40E4ACED1647}" dt="2025-11-24T17:16:45.413" v="216"/>
          <ac:cxnSpMkLst>
            <pc:docMk/>
            <pc:sldMk cId="1593756787" sldId="273"/>
            <ac:cxnSpMk id="11" creationId="{753FE100-D0AB-4AE2-824B-60CFA31EC6A2}"/>
          </ac:cxnSpMkLst>
        </pc:cxnChg>
      </pc:sldChg>
      <pc:sldChg chg="addSp modSp new mod setBg modNotes">
        <pc:chgData name="Ramesh reddy" userId="181b763867612699" providerId="Windows Live" clId="Web-{96BD35DE-793E-5744-DD4A-40E4ACED1647}" dt="2025-11-24T17:17:00.679" v="217"/>
        <pc:sldMkLst>
          <pc:docMk/>
          <pc:sldMk cId="3008072892" sldId="274"/>
        </pc:sldMkLst>
        <pc:spChg chg="mod">
          <ac:chgData name="Ramesh reddy" userId="181b763867612699" providerId="Windows Live" clId="Web-{96BD35DE-793E-5744-DD4A-40E4ACED1647}" dt="2025-11-24T17:17:00.679" v="217"/>
          <ac:spMkLst>
            <pc:docMk/>
            <pc:sldMk cId="3008072892" sldId="274"/>
            <ac:spMk id="2" creationId="{34DE1405-761F-0A07-4D96-2FF129D4A0AE}"/>
          </ac:spMkLst>
        </pc:spChg>
        <pc:spChg chg="mod">
          <ac:chgData name="Ramesh reddy" userId="181b763867612699" providerId="Windows Live" clId="Web-{96BD35DE-793E-5744-DD4A-40E4ACED1647}" dt="2025-11-24T17:17:00.679" v="217"/>
          <ac:spMkLst>
            <pc:docMk/>
            <pc:sldMk cId="3008072892" sldId="274"/>
            <ac:spMk id="3" creationId="{2ADFD8A4-1360-57E3-7AAE-4403806F7B85}"/>
          </ac:spMkLst>
        </pc:spChg>
        <pc:spChg chg="add">
          <ac:chgData name="Ramesh reddy" userId="181b763867612699" providerId="Windows Live" clId="Web-{96BD35DE-793E-5744-DD4A-40E4ACED1647}" dt="2025-11-24T17:17:00.679" v="217"/>
          <ac:spMkLst>
            <pc:docMk/>
            <pc:sldMk cId="3008072892" sldId="274"/>
            <ac:spMk id="9" creationId="{744CAA32-F237-419C-A2DD-43C28D920D3C}"/>
          </ac:spMkLst>
        </pc:spChg>
        <pc:picChg chg="add">
          <ac:chgData name="Ramesh reddy" userId="181b763867612699" providerId="Windows Live" clId="Web-{96BD35DE-793E-5744-DD4A-40E4ACED1647}" dt="2025-11-24T17:17:00.679" v="217"/>
          <ac:picMkLst>
            <pc:docMk/>
            <pc:sldMk cId="3008072892" sldId="274"/>
            <ac:picMk id="5" creationId="{A0F98B6C-DBE2-1C24-A79F-791399541B4F}"/>
          </ac:picMkLst>
        </pc:picChg>
        <pc:cxnChg chg="add">
          <ac:chgData name="Ramesh reddy" userId="181b763867612699" providerId="Windows Live" clId="Web-{96BD35DE-793E-5744-DD4A-40E4ACED1647}" dt="2025-11-24T17:17:00.679" v="217"/>
          <ac:cxnSpMkLst>
            <pc:docMk/>
            <pc:sldMk cId="3008072892" sldId="274"/>
            <ac:cxnSpMk id="11" creationId="{753FE100-D0AB-4AE2-824B-60CFA31EC6A2}"/>
          </ac:cxnSpMkLst>
        </pc:cxnChg>
      </pc:sldChg>
      <pc:sldChg chg="addSp modSp new mod setBg modNotes">
        <pc:chgData name="Ramesh reddy" userId="181b763867612699" providerId="Windows Live" clId="Web-{96BD35DE-793E-5744-DD4A-40E4ACED1647}" dt="2025-11-24T17:17:16.382" v="218"/>
        <pc:sldMkLst>
          <pc:docMk/>
          <pc:sldMk cId="1868414737" sldId="275"/>
        </pc:sldMkLst>
        <pc:spChg chg="mod">
          <ac:chgData name="Ramesh reddy" userId="181b763867612699" providerId="Windows Live" clId="Web-{96BD35DE-793E-5744-DD4A-40E4ACED1647}" dt="2025-11-24T17:17:16.382" v="218"/>
          <ac:spMkLst>
            <pc:docMk/>
            <pc:sldMk cId="1868414737" sldId="275"/>
            <ac:spMk id="2" creationId="{ED7064C2-878A-B34B-A684-D797E6515B31}"/>
          </ac:spMkLst>
        </pc:spChg>
        <pc:spChg chg="mod">
          <ac:chgData name="Ramesh reddy" userId="181b763867612699" providerId="Windows Live" clId="Web-{96BD35DE-793E-5744-DD4A-40E4ACED1647}" dt="2025-11-24T17:17:16.382" v="218"/>
          <ac:spMkLst>
            <pc:docMk/>
            <pc:sldMk cId="1868414737" sldId="275"/>
            <ac:spMk id="3" creationId="{882450C4-F867-069F-3090-B4D1D8EE324D}"/>
          </ac:spMkLst>
        </pc:spChg>
        <pc:spChg chg="add">
          <ac:chgData name="Ramesh reddy" userId="181b763867612699" providerId="Windows Live" clId="Web-{96BD35DE-793E-5744-DD4A-40E4ACED1647}" dt="2025-11-24T17:17:16.382" v="218"/>
          <ac:spMkLst>
            <pc:docMk/>
            <pc:sldMk cId="1868414737" sldId="275"/>
            <ac:spMk id="9" creationId="{744CAA32-F237-419C-A2DD-43C28D920D3C}"/>
          </ac:spMkLst>
        </pc:spChg>
        <pc:picChg chg="add">
          <ac:chgData name="Ramesh reddy" userId="181b763867612699" providerId="Windows Live" clId="Web-{96BD35DE-793E-5744-DD4A-40E4ACED1647}" dt="2025-11-24T17:17:16.382" v="218"/>
          <ac:picMkLst>
            <pc:docMk/>
            <pc:sldMk cId="1868414737" sldId="275"/>
            <ac:picMk id="5" creationId="{4BF227D3-8213-5BAC-75EE-EAEB841A8049}"/>
          </ac:picMkLst>
        </pc:picChg>
        <pc:cxnChg chg="add">
          <ac:chgData name="Ramesh reddy" userId="181b763867612699" providerId="Windows Live" clId="Web-{96BD35DE-793E-5744-DD4A-40E4ACED1647}" dt="2025-11-24T17:17:16.382" v="218"/>
          <ac:cxnSpMkLst>
            <pc:docMk/>
            <pc:sldMk cId="1868414737" sldId="275"/>
            <ac:cxnSpMk id="11" creationId="{753FE100-D0AB-4AE2-824B-60CFA31EC6A2}"/>
          </ac:cxnSpMkLst>
        </pc:cxnChg>
      </pc:sldChg>
      <pc:sldChg chg="addSp modSp new mod setBg setClrOvrMap">
        <pc:chgData name="Ramesh reddy" userId="181b763867612699" providerId="Windows Live" clId="Web-{96BD35DE-793E-5744-DD4A-40E4ACED1647}" dt="2025-11-24T17:17:41.679" v="219"/>
        <pc:sldMkLst>
          <pc:docMk/>
          <pc:sldMk cId="1111012315" sldId="276"/>
        </pc:sldMkLst>
        <pc:spChg chg="mod">
          <ac:chgData name="Ramesh reddy" userId="181b763867612699" providerId="Windows Live" clId="Web-{96BD35DE-793E-5744-DD4A-40E4ACED1647}" dt="2025-11-24T17:17:41.679" v="219"/>
          <ac:spMkLst>
            <pc:docMk/>
            <pc:sldMk cId="1111012315" sldId="276"/>
            <ac:spMk id="2" creationId="{1A277727-3C81-A824-B710-9C9976884DED}"/>
          </ac:spMkLst>
        </pc:spChg>
        <pc:spChg chg="mod">
          <ac:chgData name="Ramesh reddy" userId="181b763867612699" providerId="Windows Live" clId="Web-{96BD35DE-793E-5744-DD4A-40E4ACED1647}" dt="2025-11-24T17:17:41.679" v="219"/>
          <ac:spMkLst>
            <pc:docMk/>
            <pc:sldMk cId="1111012315" sldId="276"/>
            <ac:spMk id="3" creationId="{37E43545-6FB4-9056-6DE2-5F8C72CF4AE5}"/>
          </ac:spMkLst>
        </pc:spChg>
        <pc:spChg chg="add">
          <ac:chgData name="Ramesh reddy" userId="181b763867612699" providerId="Windows Live" clId="Web-{96BD35DE-793E-5744-DD4A-40E4ACED1647}" dt="2025-11-24T17:17:41.679" v="219"/>
          <ac:spMkLst>
            <pc:docMk/>
            <pc:sldMk cId="1111012315" sldId="276"/>
            <ac:spMk id="11" creationId="{19F9BF86-FE94-4517-B97D-026C7515E589}"/>
          </ac:spMkLst>
        </pc:spChg>
        <pc:spChg chg="add">
          <ac:chgData name="Ramesh reddy" userId="181b763867612699" providerId="Windows Live" clId="Web-{96BD35DE-793E-5744-DD4A-40E4ACED1647}" dt="2025-11-24T17:17:41.679" v="219"/>
          <ac:spMkLst>
            <pc:docMk/>
            <pc:sldMk cId="1111012315" sldId="276"/>
            <ac:spMk id="13" creationId="{36136311-C81B-47C5-AE0A-5641A5A59520}"/>
          </ac:spMkLst>
        </pc:spChg>
        <pc:picChg chg="add">
          <ac:chgData name="Ramesh reddy" userId="181b763867612699" providerId="Windows Live" clId="Web-{96BD35DE-793E-5744-DD4A-40E4ACED1647}" dt="2025-11-24T17:17:41.679" v="219"/>
          <ac:picMkLst>
            <pc:docMk/>
            <pc:sldMk cId="1111012315" sldId="276"/>
            <ac:picMk id="5" creationId="{F11DA4D4-5622-DBE0-41E9-9B933613F4E0}"/>
          </ac:picMkLst>
        </pc:picChg>
        <pc:cxnChg chg="add">
          <ac:chgData name="Ramesh reddy" userId="181b763867612699" providerId="Windows Live" clId="Web-{96BD35DE-793E-5744-DD4A-40E4ACED1647}" dt="2025-11-24T17:17:41.679" v="219"/>
          <ac:cxnSpMkLst>
            <pc:docMk/>
            <pc:sldMk cId="1111012315" sldId="276"/>
            <ac:cxnSpMk id="9" creationId="{118E06E4-607B-144B-382B-AD3D06B1EE8C}"/>
          </ac:cxnSpMkLst>
        </pc:cxnChg>
        <pc:cxnChg chg="add">
          <ac:chgData name="Ramesh reddy" userId="181b763867612699" providerId="Windows Live" clId="Web-{96BD35DE-793E-5744-DD4A-40E4ACED1647}" dt="2025-11-24T17:17:41.679" v="219"/>
          <ac:cxnSpMkLst>
            <pc:docMk/>
            <pc:sldMk cId="1111012315" sldId="276"/>
            <ac:cxnSpMk id="15" creationId="{7CC73A33-65FF-41A9-A3B0-006753CD1028}"/>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97ACF9-F26E-47E7-B457-05FEB721CBE0}"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647DF32-6527-4F97-B1CA-10A501E2696F}">
      <dgm:prSet/>
      <dgm:spPr/>
      <dgm:t>
        <a:bodyPr/>
        <a:lstStyle/>
        <a:p>
          <a:r>
            <a:rPr lang="en-US"/>
            <a:t>Inputs that allow passing dynamic values into Terraform code</a:t>
          </a:r>
        </a:p>
      </dgm:t>
    </dgm:pt>
    <dgm:pt modelId="{6B18A6A8-8966-4551-9FD8-C54FD134977B}" type="parTrans" cxnId="{F761B0D5-7141-44A1-BF20-8F39ACDD33F1}">
      <dgm:prSet/>
      <dgm:spPr/>
      <dgm:t>
        <a:bodyPr/>
        <a:lstStyle/>
        <a:p>
          <a:endParaRPr lang="en-US"/>
        </a:p>
      </dgm:t>
    </dgm:pt>
    <dgm:pt modelId="{9BE9FB84-2C39-46D1-9651-354D0C3011AE}" type="sibTrans" cxnId="{F761B0D5-7141-44A1-BF20-8F39ACDD33F1}">
      <dgm:prSet/>
      <dgm:spPr/>
      <dgm:t>
        <a:bodyPr/>
        <a:lstStyle/>
        <a:p>
          <a:endParaRPr lang="en-US"/>
        </a:p>
      </dgm:t>
    </dgm:pt>
    <dgm:pt modelId="{88B2F9FC-6635-4761-9341-5037D8E6A025}">
      <dgm:prSet/>
      <dgm:spPr/>
      <dgm:t>
        <a:bodyPr/>
        <a:lstStyle/>
        <a:p>
          <a:r>
            <a:rPr lang="en-US"/>
            <a:t>Help avoid hardcoding</a:t>
          </a:r>
        </a:p>
      </dgm:t>
    </dgm:pt>
    <dgm:pt modelId="{5292A0E4-8C6E-462B-BC60-F810293F005C}" type="parTrans" cxnId="{B9CA3AA8-9077-4253-B32C-205FE51CF82A}">
      <dgm:prSet/>
      <dgm:spPr/>
      <dgm:t>
        <a:bodyPr/>
        <a:lstStyle/>
        <a:p>
          <a:endParaRPr lang="en-US"/>
        </a:p>
      </dgm:t>
    </dgm:pt>
    <dgm:pt modelId="{3E28143F-C6D1-4108-8108-CA67C131149F}" type="sibTrans" cxnId="{B9CA3AA8-9077-4253-B32C-205FE51CF82A}">
      <dgm:prSet/>
      <dgm:spPr/>
      <dgm:t>
        <a:bodyPr/>
        <a:lstStyle/>
        <a:p>
          <a:endParaRPr lang="en-US"/>
        </a:p>
      </dgm:t>
    </dgm:pt>
    <dgm:pt modelId="{B4629981-ADD4-46A0-8247-515C7E5DC7D5}">
      <dgm:prSet/>
      <dgm:spPr/>
      <dgm:t>
        <a:bodyPr/>
        <a:lstStyle/>
        <a:p>
          <a:r>
            <a:rPr lang="en-US"/>
            <a:t>Improve reusability across environments</a:t>
          </a:r>
        </a:p>
      </dgm:t>
    </dgm:pt>
    <dgm:pt modelId="{A6C60CF4-2BD2-4DCC-A6EA-A7061696223D}" type="parTrans" cxnId="{3DAD2158-CE02-4B2B-AA0F-78D1A3DA16B1}">
      <dgm:prSet/>
      <dgm:spPr/>
      <dgm:t>
        <a:bodyPr/>
        <a:lstStyle/>
        <a:p>
          <a:endParaRPr lang="en-US"/>
        </a:p>
      </dgm:t>
    </dgm:pt>
    <dgm:pt modelId="{9137AF33-3ACE-4C84-8CBF-AE3D6FB56BC6}" type="sibTrans" cxnId="{3DAD2158-CE02-4B2B-AA0F-78D1A3DA16B1}">
      <dgm:prSet/>
      <dgm:spPr/>
      <dgm:t>
        <a:bodyPr/>
        <a:lstStyle/>
        <a:p>
          <a:endParaRPr lang="en-US"/>
        </a:p>
      </dgm:t>
    </dgm:pt>
    <dgm:pt modelId="{9829391D-CEFE-468B-A397-B4E59735F404}">
      <dgm:prSet/>
      <dgm:spPr/>
      <dgm:t>
        <a:bodyPr/>
        <a:lstStyle/>
        <a:p>
          <a:r>
            <a:rPr lang="en-US"/>
            <a:t>Make configuration clean and modular</a:t>
          </a:r>
        </a:p>
      </dgm:t>
    </dgm:pt>
    <dgm:pt modelId="{65FF9EB5-566A-4C19-917A-8554BFAF02E2}" type="parTrans" cxnId="{39C53441-5BFF-4C4D-BBA5-2A1F4E5A9793}">
      <dgm:prSet/>
      <dgm:spPr/>
      <dgm:t>
        <a:bodyPr/>
        <a:lstStyle/>
        <a:p>
          <a:endParaRPr lang="en-US"/>
        </a:p>
      </dgm:t>
    </dgm:pt>
    <dgm:pt modelId="{8B86625B-80BB-42FA-8AD3-A170342F5818}" type="sibTrans" cxnId="{39C53441-5BFF-4C4D-BBA5-2A1F4E5A9793}">
      <dgm:prSet/>
      <dgm:spPr/>
      <dgm:t>
        <a:bodyPr/>
        <a:lstStyle/>
        <a:p>
          <a:endParaRPr lang="en-US"/>
        </a:p>
      </dgm:t>
    </dgm:pt>
    <dgm:pt modelId="{A4016C20-7168-4C5D-A2E9-D23861B44887}" type="pres">
      <dgm:prSet presAssocID="{5A97ACF9-F26E-47E7-B457-05FEB721CBE0}" presName="vert0" presStyleCnt="0">
        <dgm:presLayoutVars>
          <dgm:dir/>
          <dgm:animOne val="branch"/>
          <dgm:animLvl val="lvl"/>
        </dgm:presLayoutVars>
      </dgm:prSet>
      <dgm:spPr/>
    </dgm:pt>
    <dgm:pt modelId="{17002348-EF44-48AC-9E31-480541720A66}" type="pres">
      <dgm:prSet presAssocID="{C647DF32-6527-4F97-B1CA-10A501E2696F}" presName="thickLine" presStyleLbl="alignNode1" presStyleIdx="0" presStyleCnt="4"/>
      <dgm:spPr/>
    </dgm:pt>
    <dgm:pt modelId="{D960C39B-5D8D-4069-A63F-548688B7462C}" type="pres">
      <dgm:prSet presAssocID="{C647DF32-6527-4F97-B1CA-10A501E2696F}" presName="horz1" presStyleCnt="0"/>
      <dgm:spPr/>
    </dgm:pt>
    <dgm:pt modelId="{5A57FE96-6C7E-436C-870E-7748C67ABCD2}" type="pres">
      <dgm:prSet presAssocID="{C647DF32-6527-4F97-B1CA-10A501E2696F}" presName="tx1" presStyleLbl="revTx" presStyleIdx="0" presStyleCnt="4"/>
      <dgm:spPr/>
    </dgm:pt>
    <dgm:pt modelId="{C9F8A1C2-F1F1-4F40-99C2-016960AF9611}" type="pres">
      <dgm:prSet presAssocID="{C647DF32-6527-4F97-B1CA-10A501E2696F}" presName="vert1" presStyleCnt="0"/>
      <dgm:spPr/>
    </dgm:pt>
    <dgm:pt modelId="{C62550E1-9E78-4212-9C09-5A58C6EA4B95}" type="pres">
      <dgm:prSet presAssocID="{88B2F9FC-6635-4761-9341-5037D8E6A025}" presName="thickLine" presStyleLbl="alignNode1" presStyleIdx="1" presStyleCnt="4"/>
      <dgm:spPr/>
    </dgm:pt>
    <dgm:pt modelId="{C5D26EFD-B8FD-4938-AC78-8579046553C3}" type="pres">
      <dgm:prSet presAssocID="{88B2F9FC-6635-4761-9341-5037D8E6A025}" presName="horz1" presStyleCnt="0"/>
      <dgm:spPr/>
    </dgm:pt>
    <dgm:pt modelId="{E1C25734-1576-4B6F-9F48-6F612FED3112}" type="pres">
      <dgm:prSet presAssocID="{88B2F9FC-6635-4761-9341-5037D8E6A025}" presName="tx1" presStyleLbl="revTx" presStyleIdx="1" presStyleCnt="4"/>
      <dgm:spPr/>
    </dgm:pt>
    <dgm:pt modelId="{041AF8DF-F226-4D1D-9230-503E98525F15}" type="pres">
      <dgm:prSet presAssocID="{88B2F9FC-6635-4761-9341-5037D8E6A025}" presName="vert1" presStyleCnt="0"/>
      <dgm:spPr/>
    </dgm:pt>
    <dgm:pt modelId="{C9948EB4-396F-4A1D-BAAC-B35FEB0E6B64}" type="pres">
      <dgm:prSet presAssocID="{B4629981-ADD4-46A0-8247-515C7E5DC7D5}" presName="thickLine" presStyleLbl="alignNode1" presStyleIdx="2" presStyleCnt="4"/>
      <dgm:spPr/>
    </dgm:pt>
    <dgm:pt modelId="{89DE20A2-F1BE-45C2-A116-61C287E2A540}" type="pres">
      <dgm:prSet presAssocID="{B4629981-ADD4-46A0-8247-515C7E5DC7D5}" presName="horz1" presStyleCnt="0"/>
      <dgm:spPr/>
    </dgm:pt>
    <dgm:pt modelId="{925A230C-0587-49F5-A431-7E07C490D4B9}" type="pres">
      <dgm:prSet presAssocID="{B4629981-ADD4-46A0-8247-515C7E5DC7D5}" presName="tx1" presStyleLbl="revTx" presStyleIdx="2" presStyleCnt="4"/>
      <dgm:spPr/>
    </dgm:pt>
    <dgm:pt modelId="{5F60D358-6A77-40A3-8EAD-0A59B8906E9A}" type="pres">
      <dgm:prSet presAssocID="{B4629981-ADD4-46A0-8247-515C7E5DC7D5}" presName="vert1" presStyleCnt="0"/>
      <dgm:spPr/>
    </dgm:pt>
    <dgm:pt modelId="{92D2795D-9B09-406E-913A-83074B570247}" type="pres">
      <dgm:prSet presAssocID="{9829391D-CEFE-468B-A397-B4E59735F404}" presName="thickLine" presStyleLbl="alignNode1" presStyleIdx="3" presStyleCnt="4"/>
      <dgm:spPr/>
    </dgm:pt>
    <dgm:pt modelId="{8E9A08C8-F0E1-4623-97A6-9B880CF02667}" type="pres">
      <dgm:prSet presAssocID="{9829391D-CEFE-468B-A397-B4E59735F404}" presName="horz1" presStyleCnt="0"/>
      <dgm:spPr/>
    </dgm:pt>
    <dgm:pt modelId="{13933B02-B191-4C2D-B10B-F3BB977530CE}" type="pres">
      <dgm:prSet presAssocID="{9829391D-CEFE-468B-A397-B4E59735F404}" presName="tx1" presStyleLbl="revTx" presStyleIdx="3" presStyleCnt="4"/>
      <dgm:spPr/>
    </dgm:pt>
    <dgm:pt modelId="{36C188F2-D3C9-4EAF-8018-A324DB26860E}" type="pres">
      <dgm:prSet presAssocID="{9829391D-CEFE-468B-A397-B4E59735F404}" presName="vert1" presStyleCnt="0"/>
      <dgm:spPr/>
    </dgm:pt>
  </dgm:ptLst>
  <dgm:cxnLst>
    <dgm:cxn modelId="{A6F0A118-8E4A-4278-B8F9-63A4991B6C2D}" type="presOf" srcId="{9829391D-CEFE-468B-A397-B4E59735F404}" destId="{13933B02-B191-4C2D-B10B-F3BB977530CE}" srcOrd="0" destOrd="0" presId="urn:microsoft.com/office/officeart/2008/layout/LinedList"/>
    <dgm:cxn modelId="{39C53441-5BFF-4C4D-BBA5-2A1F4E5A9793}" srcId="{5A97ACF9-F26E-47E7-B457-05FEB721CBE0}" destId="{9829391D-CEFE-468B-A397-B4E59735F404}" srcOrd="3" destOrd="0" parTransId="{65FF9EB5-566A-4C19-917A-8554BFAF02E2}" sibTransId="{8B86625B-80BB-42FA-8AD3-A170342F5818}"/>
    <dgm:cxn modelId="{3E531175-CC69-44EA-B4DA-5B573B94223A}" type="presOf" srcId="{C647DF32-6527-4F97-B1CA-10A501E2696F}" destId="{5A57FE96-6C7E-436C-870E-7748C67ABCD2}" srcOrd="0" destOrd="0" presId="urn:microsoft.com/office/officeart/2008/layout/LinedList"/>
    <dgm:cxn modelId="{3DAD2158-CE02-4B2B-AA0F-78D1A3DA16B1}" srcId="{5A97ACF9-F26E-47E7-B457-05FEB721CBE0}" destId="{B4629981-ADD4-46A0-8247-515C7E5DC7D5}" srcOrd="2" destOrd="0" parTransId="{A6C60CF4-2BD2-4DCC-A6EA-A7061696223D}" sibTransId="{9137AF33-3ACE-4C84-8CBF-AE3D6FB56BC6}"/>
    <dgm:cxn modelId="{ADA6E179-6760-493C-B634-DA32D0043B76}" type="presOf" srcId="{88B2F9FC-6635-4761-9341-5037D8E6A025}" destId="{E1C25734-1576-4B6F-9F48-6F612FED3112}" srcOrd="0" destOrd="0" presId="urn:microsoft.com/office/officeart/2008/layout/LinedList"/>
    <dgm:cxn modelId="{5432F48B-A7E5-47EC-B68B-C236ACBFEA82}" type="presOf" srcId="{5A97ACF9-F26E-47E7-B457-05FEB721CBE0}" destId="{A4016C20-7168-4C5D-A2E9-D23861B44887}" srcOrd="0" destOrd="0" presId="urn:microsoft.com/office/officeart/2008/layout/LinedList"/>
    <dgm:cxn modelId="{B9CA3AA8-9077-4253-B32C-205FE51CF82A}" srcId="{5A97ACF9-F26E-47E7-B457-05FEB721CBE0}" destId="{88B2F9FC-6635-4761-9341-5037D8E6A025}" srcOrd="1" destOrd="0" parTransId="{5292A0E4-8C6E-462B-BC60-F810293F005C}" sibTransId="{3E28143F-C6D1-4108-8108-CA67C131149F}"/>
    <dgm:cxn modelId="{B993ACC2-62C0-4876-8F55-B6B725688C82}" type="presOf" srcId="{B4629981-ADD4-46A0-8247-515C7E5DC7D5}" destId="{925A230C-0587-49F5-A431-7E07C490D4B9}" srcOrd="0" destOrd="0" presId="urn:microsoft.com/office/officeart/2008/layout/LinedList"/>
    <dgm:cxn modelId="{F761B0D5-7141-44A1-BF20-8F39ACDD33F1}" srcId="{5A97ACF9-F26E-47E7-B457-05FEB721CBE0}" destId="{C647DF32-6527-4F97-B1CA-10A501E2696F}" srcOrd="0" destOrd="0" parTransId="{6B18A6A8-8966-4551-9FD8-C54FD134977B}" sibTransId="{9BE9FB84-2C39-46D1-9651-354D0C3011AE}"/>
    <dgm:cxn modelId="{9113E797-B238-4B51-B7E3-8EC91F770362}" type="presParOf" srcId="{A4016C20-7168-4C5D-A2E9-D23861B44887}" destId="{17002348-EF44-48AC-9E31-480541720A66}" srcOrd="0" destOrd="0" presId="urn:microsoft.com/office/officeart/2008/layout/LinedList"/>
    <dgm:cxn modelId="{9DE54C9C-963B-434E-9E78-9FDFA8F74091}" type="presParOf" srcId="{A4016C20-7168-4C5D-A2E9-D23861B44887}" destId="{D960C39B-5D8D-4069-A63F-548688B7462C}" srcOrd="1" destOrd="0" presId="urn:microsoft.com/office/officeart/2008/layout/LinedList"/>
    <dgm:cxn modelId="{A3A19EE2-1574-4CDF-B913-F5667B940802}" type="presParOf" srcId="{D960C39B-5D8D-4069-A63F-548688B7462C}" destId="{5A57FE96-6C7E-436C-870E-7748C67ABCD2}" srcOrd="0" destOrd="0" presId="urn:microsoft.com/office/officeart/2008/layout/LinedList"/>
    <dgm:cxn modelId="{ACE0793F-EEF4-4C22-854B-799AFD536978}" type="presParOf" srcId="{D960C39B-5D8D-4069-A63F-548688B7462C}" destId="{C9F8A1C2-F1F1-4F40-99C2-016960AF9611}" srcOrd="1" destOrd="0" presId="urn:microsoft.com/office/officeart/2008/layout/LinedList"/>
    <dgm:cxn modelId="{FFE6D369-2913-4C3E-83AA-F732006B681B}" type="presParOf" srcId="{A4016C20-7168-4C5D-A2E9-D23861B44887}" destId="{C62550E1-9E78-4212-9C09-5A58C6EA4B95}" srcOrd="2" destOrd="0" presId="urn:microsoft.com/office/officeart/2008/layout/LinedList"/>
    <dgm:cxn modelId="{B0D31AA3-5C26-4D70-9946-AF6947F3687A}" type="presParOf" srcId="{A4016C20-7168-4C5D-A2E9-D23861B44887}" destId="{C5D26EFD-B8FD-4938-AC78-8579046553C3}" srcOrd="3" destOrd="0" presId="urn:microsoft.com/office/officeart/2008/layout/LinedList"/>
    <dgm:cxn modelId="{50072F19-7C19-490E-9DFA-040B04C7D8B6}" type="presParOf" srcId="{C5D26EFD-B8FD-4938-AC78-8579046553C3}" destId="{E1C25734-1576-4B6F-9F48-6F612FED3112}" srcOrd="0" destOrd="0" presId="urn:microsoft.com/office/officeart/2008/layout/LinedList"/>
    <dgm:cxn modelId="{0CC598E5-E869-46EA-8D54-1014E0AF3E72}" type="presParOf" srcId="{C5D26EFD-B8FD-4938-AC78-8579046553C3}" destId="{041AF8DF-F226-4D1D-9230-503E98525F15}" srcOrd="1" destOrd="0" presId="urn:microsoft.com/office/officeart/2008/layout/LinedList"/>
    <dgm:cxn modelId="{96E9196C-CDD8-4B89-837A-AC5A5E33B906}" type="presParOf" srcId="{A4016C20-7168-4C5D-A2E9-D23861B44887}" destId="{C9948EB4-396F-4A1D-BAAC-B35FEB0E6B64}" srcOrd="4" destOrd="0" presId="urn:microsoft.com/office/officeart/2008/layout/LinedList"/>
    <dgm:cxn modelId="{7F122851-44A8-423A-A9E6-08C4B47AFEA1}" type="presParOf" srcId="{A4016C20-7168-4C5D-A2E9-D23861B44887}" destId="{89DE20A2-F1BE-45C2-A116-61C287E2A540}" srcOrd="5" destOrd="0" presId="urn:microsoft.com/office/officeart/2008/layout/LinedList"/>
    <dgm:cxn modelId="{A033B358-0E76-4497-ADC4-A1AC44E02103}" type="presParOf" srcId="{89DE20A2-F1BE-45C2-A116-61C287E2A540}" destId="{925A230C-0587-49F5-A431-7E07C490D4B9}" srcOrd="0" destOrd="0" presId="urn:microsoft.com/office/officeart/2008/layout/LinedList"/>
    <dgm:cxn modelId="{2EE78DA9-5072-4A9A-BCC9-A2C18D5E7CE7}" type="presParOf" srcId="{89DE20A2-F1BE-45C2-A116-61C287E2A540}" destId="{5F60D358-6A77-40A3-8EAD-0A59B8906E9A}" srcOrd="1" destOrd="0" presId="urn:microsoft.com/office/officeart/2008/layout/LinedList"/>
    <dgm:cxn modelId="{E461DCA4-615A-4029-99FF-A111E88880EF}" type="presParOf" srcId="{A4016C20-7168-4C5D-A2E9-D23861B44887}" destId="{92D2795D-9B09-406E-913A-83074B570247}" srcOrd="6" destOrd="0" presId="urn:microsoft.com/office/officeart/2008/layout/LinedList"/>
    <dgm:cxn modelId="{97CC44C9-36C2-4EFE-B5A0-5B74CCF73FDE}" type="presParOf" srcId="{A4016C20-7168-4C5D-A2E9-D23861B44887}" destId="{8E9A08C8-F0E1-4623-97A6-9B880CF02667}" srcOrd="7" destOrd="0" presId="urn:microsoft.com/office/officeart/2008/layout/LinedList"/>
    <dgm:cxn modelId="{1E665DBC-C7E2-4D06-A18A-05152753F155}" type="presParOf" srcId="{8E9A08C8-F0E1-4623-97A6-9B880CF02667}" destId="{13933B02-B191-4C2D-B10B-F3BB977530CE}" srcOrd="0" destOrd="0" presId="urn:microsoft.com/office/officeart/2008/layout/LinedList"/>
    <dgm:cxn modelId="{07E3F82C-4009-4CD4-BAAE-3013A13AC3CD}" type="presParOf" srcId="{8E9A08C8-F0E1-4623-97A6-9B880CF02667}" destId="{36C188F2-D3C9-4EAF-8018-A324DB26860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5FFA43-62C8-4BB0-AA30-B96C5D51BB0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F3A38E76-E3F2-4224-A006-D338188C2BB2}">
      <dgm:prSet/>
      <dgm:spPr/>
      <dgm:t>
        <a:bodyPr/>
        <a:lstStyle/>
        <a:p>
          <a:r>
            <a:rPr lang="en-US"/>
            <a:t>Reuse the same code in different environments</a:t>
          </a:r>
        </a:p>
      </dgm:t>
    </dgm:pt>
    <dgm:pt modelId="{F209B44D-5068-4417-B32D-9469CC3C5893}" type="parTrans" cxnId="{3D85B2A8-48B9-4880-8070-690D26952F70}">
      <dgm:prSet/>
      <dgm:spPr/>
      <dgm:t>
        <a:bodyPr/>
        <a:lstStyle/>
        <a:p>
          <a:endParaRPr lang="en-US"/>
        </a:p>
      </dgm:t>
    </dgm:pt>
    <dgm:pt modelId="{03D8D32A-5041-4BC2-A35F-B10B1AA9F2B7}" type="sibTrans" cxnId="{3D85B2A8-48B9-4880-8070-690D26952F70}">
      <dgm:prSet/>
      <dgm:spPr/>
      <dgm:t>
        <a:bodyPr/>
        <a:lstStyle/>
        <a:p>
          <a:endParaRPr lang="en-US"/>
        </a:p>
      </dgm:t>
    </dgm:pt>
    <dgm:pt modelId="{271AA48C-7CCA-4422-AB38-056206C29D2F}">
      <dgm:prSet/>
      <dgm:spPr/>
      <dgm:t>
        <a:bodyPr/>
        <a:lstStyle/>
        <a:p>
          <a:r>
            <a:rPr lang="en-US"/>
            <a:t>Avoid manual changes inside .tf files</a:t>
          </a:r>
        </a:p>
      </dgm:t>
    </dgm:pt>
    <dgm:pt modelId="{5C5523A3-8C17-49B2-BC85-F96A55FA5440}" type="parTrans" cxnId="{E902FF13-63D4-43EE-802A-7B0B7EA64BD5}">
      <dgm:prSet/>
      <dgm:spPr/>
      <dgm:t>
        <a:bodyPr/>
        <a:lstStyle/>
        <a:p>
          <a:endParaRPr lang="en-US"/>
        </a:p>
      </dgm:t>
    </dgm:pt>
    <dgm:pt modelId="{8E40BEED-5CBE-4E21-8F4C-2DD725AB9821}" type="sibTrans" cxnId="{E902FF13-63D4-43EE-802A-7B0B7EA64BD5}">
      <dgm:prSet/>
      <dgm:spPr/>
      <dgm:t>
        <a:bodyPr/>
        <a:lstStyle/>
        <a:p>
          <a:endParaRPr lang="en-US"/>
        </a:p>
      </dgm:t>
    </dgm:pt>
    <dgm:pt modelId="{0E5BA023-667E-45C8-82A5-7BF039978260}">
      <dgm:prSet/>
      <dgm:spPr/>
      <dgm:t>
        <a:bodyPr/>
        <a:lstStyle/>
        <a:p>
          <a:r>
            <a:rPr lang="en-US"/>
            <a:t>Helps maintain cleaner configuration</a:t>
          </a:r>
        </a:p>
      </dgm:t>
    </dgm:pt>
    <dgm:pt modelId="{2C0E82CE-F835-4A5B-9F38-5BB766D2E4BE}" type="parTrans" cxnId="{74674F82-BFCC-4CAA-AA6B-54A9B7CEED3A}">
      <dgm:prSet/>
      <dgm:spPr/>
      <dgm:t>
        <a:bodyPr/>
        <a:lstStyle/>
        <a:p>
          <a:endParaRPr lang="en-US"/>
        </a:p>
      </dgm:t>
    </dgm:pt>
    <dgm:pt modelId="{77753205-6306-4E72-A82C-C26C2C424CEC}" type="sibTrans" cxnId="{74674F82-BFCC-4CAA-AA6B-54A9B7CEED3A}">
      <dgm:prSet/>
      <dgm:spPr/>
      <dgm:t>
        <a:bodyPr/>
        <a:lstStyle/>
        <a:p>
          <a:endParaRPr lang="en-US"/>
        </a:p>
      </dgm:t>
    </dgm:pt>
    <dgm:pt modelId="{E3D2CC0A-19C8-4328-84CF-42717CD03C26}">
      <dgm:prSet/>
      <dgm:spPr/>
      <dgm:t>
        <a:bodyPr/>
        <a:lstStyle/>
        <a:p>
          <a:r>
            <a:rPr lang="en-US"/>
            <a:t>Supports automation in CI/CD</a:t>
          </a:r>
        </a:p>
      </dgm:t>
    </dgm:pt>
    <dgm:pt modelId="{5F6F40EE-2F95-4C4A-9B69-3B02B1B03F08}" type="parTrans" cxnId="{EE1402B1-56C6-4284-A7A9-FC801E692ADD}">
      <dgm:prSet/>
      <dgm:spPr/>
      <dgm:t>
        <a:bodyPr/>
        <a:lstStyle/>
        <a:p>
          <a:endParaRPr lang="en-US"/>
        </a:p>
      </dgm:t>
    </dgm:pt>
    <dgm:pt modelId="{5D3B49EA-2095-459A-A4B3-C27380D7AADB}" type="sibTrans" cxnId="{EE1402B1-56C6-4284-A7A9-FC801E692ADD}">
      <dgm:prSet/>
      <dgm:spPr/>
      <dgm:t>
        <a:bodyPr/>
        <a:lstStyle/>
        <a:p>
          <a:endParaRPr lang="en-US"/>
        </a:p>
      </dgm:t>
    </dgm:pt>
    <dgm:pt modelId="{36EE4F74-0807-46BE-BEDB-BB43A72CF545}">
      <dgm:prSet/>
      <dgm:spPr/>
      <dgm:t>
        <a:bodyPr/>
        <a:lstStyle/>
        <a:p>
          <a:r>
            <a:rPr lang="en-US"/>
            <a:t>Simplifies updates and maintenance</a:t>
          </a:r>
        </a:p>
      </dgm:t>
    </dgm:pt>
    <dgm:pt modelId="{55932DC8-CBAD-48F8-ADB5-E71EF1E661DB}" type="parTrans" cxnId="{B5415DDE-AB9C-4F31-91A0-D5012AA588D5}">
      <dgm:prSet/>
      <dgm:spPr/>
      <dgm:t>
        <a:bodyPr/>
        <a:lstStyle/>
        <a:p>
          <a:endParaRPr lang="en-US"/>
        </a:p>
      </dgm:t>
    </dgm:pt>
    <dgm:pt modelId="{8CDBAEAF-0526-4B6F-A098-DB3730C1148C}" type="sibTrans" cxnId="{B5415DDE-AB9C-4F31-91A0-D5012AA588D5}">
      <dgm:prSet/>
      <dgm:spPr/>
      <dgm:t>
        <a:bodyPr/>
        <a:lstStyle/>
        <a:p>
          <a:endParaRPr lang="en-US"/>
        </a:p>
      </dgm:t>
    </dgm:pt>
    <dgm:pt modelId="{57FA2562-F90E-488F-947C-1B5356913D36}" type="pres">
      <dgm:prSet presAssocID="{1B5FFA43-62C8-4BB0-AA30-B96C5D51BB05}" presName="vert0" presStyleCnt="0">
        <dgm:presLayoutVars>
          <dgm:dir/>
          <dgm:animOne val="branch"/>
          <dgm:animLvl val="lvl"/>
        </dgm:presLayoutVars>
      </dgm:prSet>
      <dgm:spPr/>
    </dgm:pt>
    <dgm:pt modelId="{97B8CEE1-4BB9-4CA5-B483-A003FDBA950F}" type="pres">
      <dgm:prSet presAssocID="{F3A38E76-E3F2-4224-A006-D338188C2BB2}" presName="thickLine" presStyleLbl="alignNode1" presStyleIdx="0" presStyleCnt="5"/>
      <dgm:spPr/>
    </dgm:pt>
    <dgm:pt modelId="{F62FA756-778C-403B-96CB-6911A82E4AE2}" type="pres">
      <dgm:prSet presAssocID="{F3A38E76-E3F2-4224-A006-D338188C2BB2}" presName="horz1" presStyleCnt="0"/>
      <dgm:spPr/>
    </dgm:pt>
    <dgm:pt modelId="{29BB72E1-11DC-444F-B66E-5B1ABC3F2D5A}" type="pres">
      <dgm:prSet presAssocID="{F3A38E76-E3F2-4224-A006-D338188C2BB2}" presName="tx1" presStyleLbl="revTx" presStyleIdx="0" presStyleCnt="5"/>
      <dgm:spPr/>
    </dgm:pt>
    <dgm:pt modelId="{5563B08F-2126-4C7E-A513-E8791BE14470}" type="pres">
      <dgm:prSet presAssocID="{F3A38E76-E3F2-4224-A006-D338188C2BB2}" presName="vert1" presStyleCnt="0"/>
      <dgm:spPr/>
    </dgm:pt>
    <dgm:pt modelId="{F875AFF8-CA82-4020-912E-1E7D19E3B830}" type="pres">
      <dgm:prSet presAssocID="{271AA48C-7CCA-4422-AB38-056206C29D2F}" presName="thickLine" presStyleLbl="alignNode1" presStyleIdx="1" presStyleCnt="5"/>
      <dgm:spPr/>
    </dgm:pt>
    <dgm:pt modelId="{E656F264-E63D-40D6-930B-8220E7346240}" type="pres">
      <dgm:prSet presAssocID="{271AA48C-7CCA-4422-AB38-056206C29D2F}" presName="horz1" presStyleCnt="0"/>
      <dgm:spPr/>
    </dgm:pt>
    <dgm:pt modelId="{CAD7D3CA-5432-4B64-BC4E-904AF970854B}" type="pres">
      <dgm:prSet presAssocID="{271AA48C-7CCA-4422-AB38-056206C29D2F}" presName="tx1" presStyleLbl="revTx" presStyleIdx="1" presStyleCnt="5"/>
      <dgm:spPr/>
    </dgm:pt>
    <dgm:pt modelId="{5F660E76-90D3-4C6F-A8F1-E808D9F73602}" type="pres">
      <dgm:prSet presAssocID="{271AA48C-7CCA-4422-AB38-056206C29D2F}" presName="vert1" presStyleCnt="0"/>
      <dgm:spPr/>
    </dgm:pt>
    <dgm:pt modelId="{49A65037-3FA9-4058-BAE8-FE6AA999887F}" type="pres">
      <dgm:prSet presAssocID="{0E5BA023-667E-45C8-82A5-7BF039978260}" presName="thickLine" presStyleLbl="alignNode1" presStyleIdx="2" presStyleCnt="5"/>
      <dgm:spPr/>
    </dgm:pt>
    <dgm:pt modelId="{D61381C3-EEA8-4C05-B17B-D50F8D31C9CB}" type="pres">
      <dgm:prSet presAssocID="{0E5BA023-667E-45C8-82A5-7BF039978260}" presName="horz1" presStyleCnt="0"/>
      <dgm:spPr/>
    </dgm:pt>
    <dgm:pt modelId="{2B348855-5099-4163-AC42-91B75AD3BE8C}" type="pres">
      <dgm:prSet presAssocID="{0E5BA023-667E-45C8-82A5-7BF039978260}" presName="tx1" presStyleLbl="revTx" presStyleIdx="2" presStyleCnt="5"/>
      <dgm:spPr/>
    </dgm:pt>
    <dgm:pt modelId="{EF7BBA49-AA3F-4364-960C-048DCE94D1EF}" type="pres">
      <dgm:prSet presAssocID="{0E5BA023-667E-45C8-82A5-7BF039978260}" presName="vert1" presStyleCnt="0"/>
      <dgm:spPr/>
    </dgm:pt>
    <dgm:pt modelId="{E122F031-817A-4156-BD47-AFE709D20E8E}" type="pres">
      <dgm:prSet presAssocID="{E3D2CC0A-19C8-4328-84CF-42717CD03C26}" presName="thickLine" presStyleLbl="alignNode1" presStyleIdx="3" presStyleCnt="5"/>
      <dgm:spPr/>
    </dgm:pt>
    <dgm:pt modelId="{0071A009-E711-4C6E-BC1C-55E73C099A87}" type="pres">
      <dgm:prSet presAssocID="{E3D2CC0A-19C8-4328-84CF-42717CD03C26}" presName="horz1" presStyleCnt="0"/>
      <dgm:spPr/>
    </dgm:pt>
    <dgm:pt modelId="{92EB5926-106D-4CCA-8D81-19105785377C}" type="pres">
      <dgm:prSet presAssocID="{E3D2CC0A-19C8-4328-84CF-42717CD03C26}" presName="tx1" presStyleLbl="revTx" presStyleIdx="3" presStyleCnt="5"/>
      <dgm:spPr/>
    </dgm:pt>
    <dgm:pt modelId="{91EA59E5-51B5-4B4E-9F48-EF93BF201141}" type="pres">
      <dgm:prSet presAssocID="{E3D2CC0A-19C8-4328-84CF-42717CD03C26}" presName="vert1" presStyleCnt="0"/>
      <dgm:spPr/>
    </dgm:pt>
    <dgm:pt modelId="{0E295F6E-F11B-4672-8973-0421C329A7E7}" type="pres">
      <dgm:prSet presAssocID="{36EE4F74-0807-46BE-BEDB-BB43A72CF545}" presName="thickLine" presStyleLbl="alignNode1" presStyleIdx="4" presStyleCnt="5"/>
      <dgm:spPr/>
    </dgm:pt>
    <dgm:pt modelId="{32BBC10C-0616-45A0-8AE6-96566ADEF30A}" type="pres">
      <dgm:prSet presAssocID="{36EE4F74-0807-46BE-BEDB-BB43A72CF545}" presName="horz1" presStyleCnt="0"/>
      <dgm:spPr/>
    </dgm:pt>
    <dgm:pt modelId="{C3F176B3-91E7-4A57-ABCD-B664E6EB756A}" type="pres">
      <dgm:prSet presAssocID="{36EE4F74-0807-46BE-BEDB-BB43A72CF545}" presName="tx1" presStyleLbl="revTx" presStyleIdx="4" presStyleCnt="5"/>
      <dgm:spPr/>
    </dgm:pt>
    <dgm:pt modelId="{D7544EEA-F460-4457-9B44-04504BCD2BA6}" type="pres">
      <dgm:prSet presAssocID="{36EE4F74-0807-46BE-BEDB-BB43A72CF545}" presName="vert1" presStyleCnt="0"/>
      <dgm:spPr/>
    </dgm:pt>
  </dgm:ptLst>
  <dgm:cxnLst>
    <dgm:cxn modelId="{E902FF13-63D4-43EE-802A-7B0B7EA64BD5}" srcId="{1B5FFA43-62C8-4BB0-AA30-B96C5D51BB05}" destId="{271AA48C-7CCA-4422-AB38-056206C29D2F}" srcOrd="1" destOrd="0" parTransId="{5C5523A3-8C17-49B2-BC85-F96A55FA5440}" sibTransId="{8E40BEED-5CBE-4E21-8F4C-2DD725AB9821}"/>
    <dgm:cxn modelId="{E733501F-9D7B-4A1E-955E-7A39F6A42837}" type="presOf" srcId="{36EE4F74-0807-46BE-BEDB-BB43A72CF545}" destId="{C3F176B3-91E7-4A57-ABCD-B664E6EB756A}" srcOrd="0" destOrd="0" presId="urn:microsoft.com/office/officeart/2008/layout/LinedList"/>
    <dgm:cxn modelId="{C61AFC80-D88B-4A3B-A24D-9192C15A2AD2}" type="presOf" srcId="{F3A38E76-E3F2-4224-A006-D338188C2BB2}" destId="{29BB72E1-11DC-444F-B66E-5B1ABC3F2D5A}" srcOrd="0" destOrd="0" presId="urn:microsoft.com/office/officeart/2008/layout/LinedList"/>
    <dgm:cxn modelId="{74674F82-BFCC-4CAA-AA6B-54A9B7CEED3A}" srcId="{1B5FFA43-62C8-4BB0-AA30-B96C5D51BB05}" destId="{0E5BA023-667E-45C8-82A5-7BF039978260}" srcOrd="2" destOrd="0" parTransId="{2C0E82CE-F835-4A5B-9F38-5BB766D2E4BE}" sibTransId="{77753205-6306-4E72-A82C-C26C2C424CEC}"/>
    <dgm:cxn modelId="{3D85B2A8-48B9-4880-8070-690D26952F70}" srcId="{1B5FFA43-62C8-4BB0-AA30-B96C5D51BB05}" destId="{F3A38E76-E3F2-4224-A006-D338188C2BB2}" srcOrd="0" destOrd="0" parTransId="{F209B44D-5068-4417-B32D-9469CC3C5893}" sibTransId="{03D8D32A-5041-4BC2-A35F-B10B1AA9F2B7}"/>
    <dgm:cxn modelId="{EE1402B1-56C6-4284-A7A9-FC801E692ADD}" srcId="{1B5FFA43-62C8-4BB0-AA30-B96C5D51BB05}" destId="{E3D2CC0A-19C8-4328-84CF-42717CD03C26}" srcOrd="3" destOrd="0" parTransId="{5F6F40EE-2F95-4C4A-9B69-3B02B1B03F08}" sibTransId="{5D3B49EA-2095-459A-A4B3-C27380D7AADB}"/>
    <dgm:cxn modelId="{50CD75B1-8F0B-490D-9F73-CE91FFF9DFB1}" type="presOf" srcId="{271AA48C-7CCA-4422-AB38-056206C29D2F}" destId="{CAD7D3CA-5432-4B64-BC4E-904AF970854B}" srcOrd="0" destOrd="0" presId="urn:microsoft.com/office/officeart/2008/layout/LinedList"/>
    <dgm:cxn modelId="{BE2B32D0-402D-448C-BF43-9FC6B6E3F560}" type="presOf" srcId="{1B5FFA43-62C8-4BB0-AA30-B96C5D51BB05}" destId="{57FA2562-F90E-488F-947C-1B5356913D36}" srcOrd="0" destOrd="0" presId="urn:microsoft.com/office/officeart/2008/layout/LinedList"/>
    <dgm:cxn modelId="{B5415DDE-AB9C-4F31-91A0-D5012AA588D5}" srcId="{1B5FFA43-62C8-4BB0-AA30-B96C5D51BB05}" destId="{36EE4F74-0807-46BE-BEDB-BB43A72CF545}" srcOrd="4" destOrd="0" parTransId="{55932DC8-CBAD-48F8-ADB5-E71EF1E661DB}" sibTransId="{8CDBAEAF-0526-4B6F-A098-DB3730C1148C}"/>
    <dgm:cxn modelId="{2262F8F0-A191-4F4E-98A2-40F78A06E10F}" type="presOf" srcId="{E3D2CC0A-19C8-4328-84CF-42717CD03C26}" destId="{92EB5926-106D-4CCA-8D81-19105785377C}" srcOrd="0" destOrd="0" presId="urn:microsoft.com/office/officeart/2008/layout/LinedList"/>
    <dgm:cxn modelId="{2185B7F5-BF79-45C3-9B4A-3DFD466559B1}" type="presOf" srcId="{0E5BA023-667E-45C8-82A5-7BF039978260}" destId="{2B348855-5099-4163-AC42-91B75AD3BE8C}" srcOrd="0" destOrd="0" presId="urn:microsoft.com/office/officeart/2008/layout/LinedList"/>
    <dgm:cxn modelId="{673379F5-D5E2-4F92-9581-05B634915763}" type="presParOf" srcId="{57FA2562-F90E-488F-947C-1B5356913D36}" destId="{97B8CEE1-4BB9-4CA5-B483-A003FDBA950F}" srcOrd="0" destOrd="0" presId="urn:microsoft.com/office/officeart/2008/layout/LinedList"/>
    <dgm:cxn modelId="{5D3B9702-047F-4D89-B030-D11987009B01}" type="presParOf" srcId="{57FA2562-F90E-488F-947C-1B5356913D36}" destId="{F62FA756-778C-403B-96CB-6911A82E4AE2}" srcOrd="1" destOrd="0" presId="urn:microsoft.com/office/officeart/2008/layout/LinedList"/>
    <dgm:cxn modelId="{EC4C8757-E65C-48A6-BBCE-BEE255EA7283}" type="presParOf" srcId="{F62FA756-778C-403B-96CB-6911A82E4AE2}" destId="{29BB72E1-11DC-444F-B66E-5B1ABC3F2D5A}" srcOrd="0" destOrd="0" presId="urn:microsoft.com/office/officeart/2008/layout/LinedList"/>
    <dgm:cxn modelId="{F6198AEB-B2E7-4629-BCE1-DDA7D24D481B}" type="presParOf" srcId="{F62FA756-778C-403B-96CB-6911A82E4AE2}" destId="{5563B08F-2126-4C7E-A513-E8791BE14470}" srcOrd="1" destOrd="0" presId="urn:microsoft.com/office/officeart/2008/layout/LinedList"/>
    <dgm:cxn modelId="{8AE3450F-51C5-478F-96BD-1345AF914426}" type="presParOf" srcId="{57FA2562-F90E-488F-947C-1B5356913D36}" destId="{F875AFF8-CA82-4020-912E-1E7D19E3B830}" srcOrd="2" destOrd="0" presId="urn:microsoft.com/office/officeart/2008/layout/LinedList"/>
    <dgm:cxn modelId="{99DD67A7-0120-4860-955F-326C169797BA}" type="presParOf" srcId="{57FA2562-F90E-488F-947C-1B5356913D36}" destId="{E656F264-E63D-40D6-930B-8220E7346240}" srcOrd="3" destOrd="0" presId="urn:microsoft.com/office/officeart/2008/layout/LinedList"/>
    <dgm:cxn modelId="{074945AE-2C7F-4641-8F5F-05BF75812186}" type="presParOf" srcId="{E656F264-E63D-40D6-930B-8220E7346240}" destId="{CAD7D3CA-5432-4B64-BC4E-904AF970854B}" srcOrd="0" destOrd="0" presId="urn:microsoft.com/office/officeart/2008/layout/LinedList"/>
    <dgm:cxn modelId="{DA3131FB-232C-4732-8EC4-31A187C53910}" type="presParOf" srcId="{E656F264-E63D-40D6-930B-8220E7346240}" destId="{5F660E76-90D3-4C6F-A8F1-E808D9F73602}" srcOrd="1" destOrd="0" presId="urn:microsoft.com/office/officeart/2008/layout/LinedList"/>
    <dgm:cxn modelId="{D167B535-82E2-438F-9D95-2D916B1280DF}" type="presParOf" srcId="{57FA2562-F90E-488F-947C-1B5356913D36}" destId="{49A65037-3FA9-4058-BAE8-FE6AA999887F}" srcOrd="4" destOrd="0" presId="urn:microsoft.com/office/officeart/2008/layout/LinedList"/>
    <dgm:cxn modelId="{C6FCC093-B05F-47A8-8B58-D7FFC7BE3C93}" type="presParOf" srcId="{57FA2562-F90E-488F-947C-1B5356913D36}" destId="{D61381C3-EEA8-4C05-B17B-D50F8D31C9CB}" srcOrd="5" destOrd="0" presId="urn:microsoft.com/office/officeart/2008/layout/LinedList"/>
    <dgm:cxn modelId="{9C79669C-056E-4EB7-8FB1-0A73C581F481}" type="presParOf" srcId="{D61381C3-EEA8-4C05-B17B-D50F8D31C9CB}" destId="{2B348855-5099-4163-AC42-91B75AD3BE8C}" srcOrd="0" destOrd="0" presId="urn:microsoft.com/office/officeart/2008/layout/LinedList"/>
    <dgm:cxn modelId="{992F9071-2AA9-45C1-B855-0F4B1AF6306A}" type="presParOf" srcId="{D61381C3-EEA8-4C05-B17B-D50F8D31C9CB}" destId="{EF7BBA49-AA3F-4364-960C-048DCE94D1EF}" srcOrd="1" destOrd="0" presId="urn:microsoft.com/office/officeart/2008/layout/LinedList"/>
    <dgm:cxn modelId="{6AC5DFD5-630B-4A6F-8FC3-E1C69241E708}" type="presParOf" srcId="{57FA2562-F90E-488F-947C-1B5356913D36}" destId="{E122F031-817A-4156-BD47-AFE709D20E8E}" srcOrd="6" destOrd="0" presId="urn:microsoft.com/office/officeart/2008/layout/LinedList"/>
    <dgm:cxn modelId="{45D6630D-0C94-4183-A8D1-00C3223AE7FA}" type="presParOf" srcId="{57FA2562-F90E-488F-947C-1B5356913D36}" destId="{0071A009-E711-4C6E-BC1C-55E73C099A87}" srcOrd="7" destOrd="0" presId="urn:microsoft.com/office/officeart/2008/layout/LinedList"/>
    <dgm:cxn modelId="{2F52E987-D8EE-43FF-985C-9104AA7E6421}" type="presParOf" srcId="{0071A009-E711-4C6E-BC1C-55E73C099A87}" destId="{92EB5926-106D-4CCA-8D81-19105785377C}" srcOrd="0" destOrd="0" presId="urn:microsoft.com/office/officeart/2008/layout/LinedList"/>
    <dgm:cxn modelId="{C742F2B6-18D0-43BA-A177-55BE9FA64B3F}" type="presParOf" srcId="{0071A009-E711-4C6E-BC1C-55E73C099A87}" destId="{91EA59E5-51B5-4B4E-9F48-EF93BF201141}" srcOrd="1" destOrd="0" presId="urn:microsoft.com/office/officeart/2008/layout/LinedList"/>
    <dgm:cxn modelId="{5DF8118F-4E5B-48C1-9708-E904C58D3085}" type="presParOf" srcId="{57FA2562-F90E-488F-947C-1B5356913D36}" destId="{0E295F6E-F11B-4672-8973-0421C329A7E7}" srcOrd="8" destOrd="0" presId="urn:microsoft.com/office/officeart/2008/layout/LinedList"/>
    <dgm:cxn modelId="{4103C8F1-2703-43F1-B98A-0AC18D0BF726}" type="presParOf" srcId="{57FA2562-F90E-488F-947C-1B5356913D36}" destId="{32BBC10C-0616-45A0-8AE6-96566ADEF30A}" srcOrd="9" destOrd="0" presId="urn:microsoft.com/office/officeart/2008/layout/LinedList"/>
    <dgm:cxn modelId="{3DDE05FF-10F9-4AE1-9893-140B3D11D66E}" type="presParOf" srcId="{32BBC10C-0616-45A0-8AE6-96566ADEF30A}" destId="{C3F176B3-91E7-4A57-ABCD-B664E6EB756A}" srcOrd="0" destOrd="0" presId="urn:microsoft.com/office/officeart/2008/layout/LinedList"/>
    <dgm:cxn modelId="{E876C059-1444-4DC6-8BED-857227126221}" type="presParOf" srcId="{32BBC10C-0616-45A0-8AE6-96566ADEF30A}" destId="{D7544EEA-F460-4457-9B44-04504BCD2BA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002348-EF44-48AC-9E31-480541720A66}">
      <dsp:nvSpPr>
        <dsp:cNvPr id="0" name=""/>
        <dsp:cNvSpPr/>
      </dsp:nvSpPr>
      <dsp:spPr>
        <a:xfrm>
          <a:off x="0" y="0"/>
          <a:ext cx="721641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57FE96-6C7E-436C-870E-7748C67ABCD2}">
      <dsp:nvSpPr>
        <dsp:cNvPr id="0" name=""/>
        <dsp:cNvSpPr/>
      </dsp:nvSpPr>
      <dsp:spPr>
        <a:xfrm>
          <a:off x="0" y="0"/>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Inputs that allow passing dynamic values into Terraform code</a:t>
          </a:r>
        </a:p>
      </dsp:txBody>
      <dsp:txXfrm>
        <a:off x="0" y="0"/>
        <a:ext cx="7216416" cy="1277815"/>
      </dsp:txXfrm>
    </dsp:sp>
    <dsp:sp modelId="{C62550E1-9E78-4212-9C09-5A58C6EA4B95}">
      <dsp:nvSpPr>
        <dsp:cNvPr id="0" name=""/>
        <dsp:cNvSpPr/>
      </dsp:nvSpPr>
      <dsp:spPr>
        <a:xfrm>
          <a:off x="0" y="1277815"/>
          <a:ext cx="7216416" cy="0"/>
        </a:xfrm>
        <a:prstGeom prst="line">
          <a:avLst/>
        </a:prstGeom>
        <a:solidFill>
          <a:schemeClr val="accent2">
            <a:hueOff val="2357366"/>
            <a:satOff val="-8879"/>
            <a:lumOff val="7451"/>
            <a:alphaOff val="0"/>
          </a:schemeClr>
        </a:solidFill>
        <a:ln w="12700" cap="flat" cmpd="sng" algn="ctr">
          <a:solidFill>
            <a:schemeClr val="accent2">
              <a:hueOff val="2357366"/>
              <a:satOff val="-8879"/>
              <a:lumOff val="7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C25734-1576-4B6F-9F48-6F612FED3112}">
      <dsp:nvSpPr>
        <dsp:cNvPr id="0" name=""/>
        <dsp:cNvSpPr/>
      </dsp:nvSpPr>
      <dsp:spPr>
        <a:xfrm>
          <a:off x="0" y="1277815"/>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Help avoid hardcoding</a:t>
          </a:r>
        </a:p>
      </dsp:txBody>
      <dsp:txXfrm>
        <a:off x="0" y="1277815"/>
        <a:ext cx="7216416" cy="1277815"/>
      </dsp:txXfrm>
    </dsp:sp>
    <dsp:sp modelId="{C9948EB4-396F-4A1D-BAAC-B35FEB0E6B64}">
      <dsp:nvSpPr>
        <dsp:cNvPr id="0" name=""/>
        <dsp:cNvSpPr/>
      </dsp:nvSpPr>
      <dsp:spPr>
        <a:xfrm>
          <a:off x="0" y="2555630"/>
          <a:ext cx="7216416" cy="0"/>
        </a:xfrm>
        <a:prstGeom prst="line">
          <a:avLst/>
        </a:prstGeom>
        <a:solidFill>
          <a:schemeClr val="accent2">
            <a:hueOff val="4714731"/>
            <a:satOff val="-17759"/>
            <a:lumOff val="14902"/>
            <a:alphaOff val="0"/>
          </a:schemeClr>
        </a:solidFill>
        <a:ln w="12700" cap="flat" cmpd="sng" algn="ctr">
          <a:solidFill>
            <a:schemeClr val="accent2">
              <a:hueOff val="4714731"/>
              <a:satOff val="-17759"/>
              <a:lumOff val="1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5A230C-0587-49F5-A431-7E07C490D4B9}">
      <dsp:nvSpPr>
        <dsp:cNvPr id="0" name=""/>
        <dsp:cNvSpPr/>
      </dsp:nvSpPr>
      <dsp:spPr>
        <a:xfrm>
          <a:off x="0" y="2555630"/>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Improve reusability across environments</a:t>
          </a:r>
        </a:p>
      </dsp:txBody>
      <dsp:txXfrm>
        <a:off x="0" y="2555630"/>
        <a:ext cx="7216416" cy="1277815"/>
      </dsp:txXfrm>
    </dsp:sp>
    <dsp:sp modelId="{92D2795D-9B09-406E-913A-83074B570247}">
      <dsp:nvSpPr>
        <dsp:cNvPr id="0" name=""/>
        <dsp:cNvSpPr/>
      </dsp:nvSpPr>
      <dsp:spPr>
        <a:xfrm>
          <a:off x="0" y="3833445"/>
          <a:ext cx="7216416" cy="0"/>
        </a:xfrm>
        <a:prstGeom prst="line">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933B02-B191-4C2D-B10B-F3BB977530CE}">
      <dsp:nvSpPr>
        <dsp:cNvPr id="0" name=""/>
        <dsp:cNvSpPr/>
      </dsp:nvSpPr>
      <dsp:spPr>
        <a:xfrm>
          <a:off x="0" y="3833445"/>
          <a:ext cx="7216416" cy="1277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t>Make configuration clean and modular</a:t>
          </a:r>
        </a:p>
      </dsp:txBody>
      <dsp:txXfrm>
        <a:off x="0" y="3833445"/>
        <a:ext cx="7216416" cy="12778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B8CEE1-4BB9-4CA5-B483-A003FDBA950F}">
      <dsp:nvSpPr>
        <dsp:cNvPr id="0" name=""/>
        <dsp:cNvSpPr/>
      </dsp:nvSpPr>
      <dsp:spPr>
        <a:xfrm>
          <a:off x="0" y="623"/>
          <a:ext cx="7216416"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BB72E1-11DC-444F-B66E-5B1ABC3F2D5A}">
      <dsp:nvSpPr>
        <dsp:cNvPr id="0" name=""/>
        <dsp:cNvSpPr/>
      </dsp:nvSpPr>
      <dsp:spPr>
        <a:xfrm>
          <a:off x="0" y="623"/>
          <a:ext cx="7216416" cy="1022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Reuse the same code in different environments</a:t>
          </a:r>
        </a:p>
      </dsp:txBody>
      <dsp:txXfrm>
        <a:off x="0" y="623"/>
        <a:ext cx="7216416" cy="1022002"/>
      </dsp:txXfrm>
    </dsp:sp>
    <dsp:sp modelId="{F875AFF8-CA82-4020-912E-1E7D19E3B830}">
      <dsp:nvSpPr>
        <dsp:cNvPr id="0" name=""/>
        <dsp:cNvSpPr/>
      </dsp:nvSpPr>
      <dsp:spPr>
        <a:xfrm>
          <a:off x="0" y="1022626"/>
          <a:ext cx="7216416" cy="0"/>
        </a:xfrm>
        <a:prstGeom prst="line">
          <a:avLst/>
        </a:prstGeom>
        <a:solidFill>
          <a:schemeClr val="accent2">
            <a:hueOff val="1768024"/>
            <a:satOff val="-6660"/>
            <a:lumOff val="5588"/>
            <a:alphaOff val="0"/>
          </a:schemeClr>
        </a:solidFill>
        <a:ln w="12700" cap="flat" cmpd="sng" algn="ctr">
          <a:solidFill>
            <a:schemeClr val="accent2">
              <a:hueOff val="1768024"/>
              <a:satOff val="-6660"/>
              <a:lumOff val="5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D7D3CA-5432-4B64-BC4E-904AF970854B}">
      <dsp:nvSpPr>
        <dsp:cNvPr id="0" name=""/>
        <dsp:cNvSpPr/>
      </dsp:nvSpPr>
      <dsp:spPr>
        <a:xfrm>
          <a:off x="0" y="1022626"/>
          <a:ext cx="7216416" cy="1022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Avoid manual changes inside .tf files</a:t>
          </a:r>
        </a:p>
      </dsp:txBody>
      <dsp:txXfrm>
        <a:off x="0" y="1022626"/>
        <a:ext cx="7216416" cy="1022002"/>
      </dsp:txXfrm>
    </dsp:sp>
    <dsp:sp modelId="{49A65037-3FA9-4058-BAE8-FE6AA999887F}">
      <dsp:nvSpPr>
        <dsp:cNvPr id="0" name=""/>
        <dsp:cNvSpPr/>
      </dsp:nvSpPr>
      <dsp:spPr>
        <a:xfrm>
          <a:off x="0" y="2044628"/>
          <a:ext cx="7216416" cy="0"/>
        </a:xfrm>
        <a:prstGeom prst="line">
          <a:avLst/>
        </a:prstGeom>
        <a:solidFill>
          <a:schemeClr val="accent2">
            <a:hueOff val="3536049"/>
            <a:satOff val="-13319"/>
            <a:lumOff val="11176"/>
            <a:alphaOff val="0"/>
          </a:schemeClr>
        </a:solidFill>
        <a:ln w="12700" cap="flat" cmpd="sng" algn="ctr">
          <a:solidFill>
            <a:schemeClr val="accent2">
              <a:hueOff val="3536049"/>
              <a:satOff val="-13319"/>
              <a:lumOff val="11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348855-5099-4163-AC42-91B75AD3BE8C}">
      <dsp:nvSpPr>
        <dsp:cNvPr id="0" name=""/>
        <dsp:cNvSpPr/>
      </dsp:nvSpPr>
      <dsp:spPr>
        <a:xfrm>
          <a:off x="0" y="2044628"/>
          <a:ext cx="7216416" cy="1022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Helps maintain cleaner configuration</a:t>
          </a:r>
        </a:p>
      </dsp:txBody>
      <dsp:txXfrm>
        <a:off x="0" y="2044628"/>
        <a:ext cx="7216416" cy="1022002"/>
      </dsp:txXfrm>
    </dsp:sp>
    <dsp:sp modelId="{E122F031-817A-4156-BD47-AFE709D20E8E}">
      <dsp:nvSpPr>
        <dsp:cNvPr id="0" name=""/>
        <dsp:cNvSpPr/>
      </dsp:nvSpPr>
      <dsp:spPr>
        <a:xfrm>
          <a:off x="0" y="3066631"/>
          <a:ext cx="7216416" cy="0"/>
        </a:xfrm>
        <a:prstGeom prst="line">
          <a:avLst/>
        </a:prstGeom>
        <a:solidFill>
          <a:schemeClr val="accent2">
            <a:hueOff val="5304073"/>
            <a:satOff val="-19979"/>
            <a:lumOff val="16765"/>
            <a:alphaOff val="0"/>
          </a:schemeClr>
        </a:solidFill>
        <a:ln w="12700" cap="flat" cmpd="sng" algn="ctr">
          <a:solidFill>
            <a:schemeClr val="accent2">
              <a:hueOff val="5304073"/>
              <a:satOff val="-19979"/>
              <a:lumOff val="16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EB5926-106D-4CCA-8D81-19105785377C}">
      <dsp:nvSpPr>
        <dsp:cNvPr id="0" name=""/>
        <dsp:cNvSpPr/>
      </dsp:nvSpPr>
      <dsp:spPr>
        <a:xfrm>
          <a:off x="0" y="3066631"/>
          <a:ext cx="7216416" cy="1022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Supports automation in CI/CD</a:t>
          </a:r>
        </a:p>
      </dsp:txBody>
      <dsp:txXfrm>
        <a:off x="0" y="3066631"/>
        <a:ext cx="7216416" cy="1022002"/>
      </dsp:txXfrm>
    </dsp:sp>
    <dsp:sp modelId="{0E295F6E-F11B-4672-8973-0421C329A7E7}">
      <dsp:nvSpPr>
        <dsp:cNvPr id="0" name=""/>
        <dsp:cNvSpPr/>
      </dsp:nvSpPr>
      <dsp:spPr>
        <a:xfrm>
          <a:off x="0" y="4088633"/>
          <a:ext cx="7216416" cy="0"/>
        </a:xfrm>
        <a:prstGeom prst="line">
          <a:avLst/>
        </a:prstGeom>
        <a:solidFill>
          <a:schemeClr val="accent2">
            <a:hueOff val="7072097"/>
            <a:satOff val="-26638"/>
            <a:lumOff val="22353"/>
            <a:alphaOff val="0"/>
          </a:schemeClr>
        </a:solidFill>
        <a:ln w="12700" cap="flat" cmpd="sng" algn="ctr">
          <a:solidFill>
            <a:schemeClr val="accent2">
              <a:hueOff val="7072097"/>
              <a:satOff val="-26638"/>
              <a:lumOff val="2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F176B3-91E7-4A57-ABCD-B664E6EB756A}">
      <dsp:nvSpPr>
        <dsp:cNvPr id="0" name=""/>
        <dsp:cNvSpPr/>
      </dsp:nvSpPr>
      <dsp:spPr>
        <a:xfrm>
          <a:off x="0" y="4088633"/>
          <a:ext cx="7216416" cy="1022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Simplifies updates and maintenance</a:t>
          </a:r>
        </a:p>
      </dsp:txBody>
      <dsp:txXfrm>
        <a:off x="0" y="4088633"/>
        <a:ext cx="7216416" cy="102200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8693E2-F600-422F-BA5F-49D7C3629549}" type="datetimeFigureOut">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6EF5C-1F5B-4893-BDF9-3CA14147C289}" type="slidenum">
              <a:t>‹#›</a:t>
            </a:fld>
            <a:endParaRPr lang="en-US"/>
          </a:p>
        </p:txBody>
      </p:sp>
    </p:spTree>
    <p:extLst>
      <p:ext uri="{BB962C8B-B14F-4D97-AF65-F5344CB8AC3E}">
        <p14:creationId xmlns:p14="http://schemas.microsoft.com/office/powerpoint/2010/main" val="3139884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variables — one of the most essential concepts. Variables make our Terraform code flexible, reusable, and environment-independent. Let’s get started.”</a:t>
            </a:r>
          </a:p>
        </p:txBody>
      </p:sp>
      <p:sp>
        <p:nvSpPr>
          <p:cNvPr id="4" name="Slide Number Placeholder 3"/>
          <p:cNvSpPr>
            <a:spLocks noGrp="1"/>
          </p:cNvSpPr>
          <p:nvPr>
            <p:ph type="sldNum" sz="quarter" idx="5"/>
          </p:nvPr>
        </p:nvSpPr>
        <p:spPr/>
        <p:txBody>
          <a:bodyPr/>
          <a:lstStyle/>
          <a:p>
            <a:fld id="{9BB6EF5C-1F5B-4893-BDF9-3CA14147C289}" type="slidenum">
              <a:t>5</a:t>
            </a:fld>
            <a:endParaRPr lang="en-US"/>
          </a:p>
        </p:txBody>
      </p:sp>
    </p:spTree>
    <p:extLst>
      <p:ext uri="{BB962C8B-B14F-4D97-AF65-F5344CB8AC3E}">
        <p14:creationId xmlns:p14="http://schemas.microsoft.com/office/powerpoint/2010/main" val="3091368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hardcoding values such as region, naming conventions, or sizes, variables allow us to reuse the same code by supplying different values at runtime. This is especially useful for multi-environment setups like dev, QA, and prod.”</a:t>
            </a:r>
          </a:p>
        </p:txBody>
      </p:sp>
      <p:sp>
        <p:nvSpPr>
          <p:cNvPr id="4" name="Slide Number Placeholder 3"/>
          <p:cNvSpPr>
            <a:spLocks noGrp="1"/>
          </p:cNvSpPr>
          <p:nvPr>
            <p:ph type="sldNum" sz="quarter" idx="5"/>
          </p:nvPr>
        </p:nvSpPr>
        <p:spPr/>
        <p:txBody>
          <a:bodyPr/>
          <a:lstStyle/>
          <a:p>
            <a:fld id="{9BB6EF5C-1F5B-4893-BDF9-3CA14147C289}" type="slidenum">
              <a:t>6</a:t>
            </a:fld>
            <a:endParaRPr lang="en-US"/>
          </a:p>
        </p:txBody>
      </p:sp>
    </p:spTree>
    <p:extLst>
      <p:ext uri="{BB962C8B-B14F-4D97-AF65-F5344CB8AC3E}">
        <p14:creationId xmlns:p14="http://schemas.microsoft.com/office/powerpoint/2010/main" val="293138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play a crucial role in automation. For example, during a pipeline run, we may want to deploy infrastructure in different regions. Variables allow us to inject those values without modifying the code.”</a:t>
            </a:r>
          </a:p>
        </p:txBody>
      </p:sp>
      <p:sp>
        <p:nvSpPr>
          <p:cNvPr id="4" name="Slide Number Placeholder 3"/>
          <p:cNvSpPr>
            <a:spLocks noGrp="1"/>
          </p:cNvSpPr>
          <p:nvPr>
            <p:ph type="sldNum" sz="quarter" idx="5"/>
          </p:nvPr>
        </p:nvSpPr>
        <p:spPr/>
        <p:txBody>
          <a:bodyPr/>
          <a:lstStyle/>
          <a:p>
            <a:fld id="{9BB6EF5C-1F5B-4893-BDF9-3CA14147C289}" type="slidenum">
              <a:t>7</a:t>
            </a:fld>
            <a:endParaRPr lang="en-US"/>
          </a:p>
        </p:txBody>
      </p:sp>
    </p:spTree>
    <p:extLst>
      <p:ext uri="{BB962C8B-B14F-4D97-AF65-F5344CB8AC3E}">
        <p14:creationId xmlns:p14="http://schemas.microsoft.com/office/powerpoint/2010/main" val="1999820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declare a variable. The variable block contains the name, type, optional default value, and description. If no default is provided, Terraform expects the value to be supplied at runtime.”</a:t>
            </a:r>
          </a:p>
        </p:txBody>
      </p:sp>
      <p:sp>
        <p:nvSpPr>
          <p:cNvPr id="4" name="Slide Number Placeholder 3"/>
          <p:cNvSpPr>
            <a:spLocks noGrp="1"/>
          </p:cNvSpPr>
          <p:nvPr>
            <p:ph type="sldNum" sz="quarter" idx="5"/>
          </p:nvPr>
        </p:nvSpPr>
        <p:spPr/>
        <p:txBody>
          <a:bodyPr/>
          <a:lstStyle/>
          <a:p>
            <a:fld id="{9BB6EF5C-1F5B-4893-BDF9-3CA14147C289}" type="slidenum">
              <a:t>8</a:t>
            </a:fld>
            <a:endParaRPr lang="en-US"/>
          </a:p>
        </p:txBody>
      </p:sp>
    </p:spTree>
    <p:extLst>
      <p:ext uri="{BB962C8B-B14F-4D97-AF65-F5344CB8AC3E}">
        <p14:creationId xmlns:p14="http://schemas.microsoft.com/office/powerpoint/2010/main" val="120609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declared, variables can be used anywhere inside Terraform code using the var.&lt;</a:t>
            </a:r>
            <a:r>
              <a:rPr lang="en-US" dirty="0" err="1"/>
              <a:t>variable_name</a:t>
            </a:r>
            <a:r>
              <a:rPr lang="en-US" dirty="0"/>
              <a:t>&gt; format.”</a:t>
            </a:r>
          </a:p>
        </p:txBody>
      </p:sp>
      <p:sp>
        <p:nvSpPr>
          <p:cNvPr id="4" name="Slide Number Placeholder 3"/>
          <p:cNvSpPr>
            <a:spLocks noGrp="1"/>
          </p:cNvSpPr>
          <p:nvPr>
            <p:ph type="sldNum" sz="quarter" idx="5"/>
          </p:nvPr>
        </p:nvSpPr>
        <p:spPr/>
        <p:txBody>
          <a:bodyPr/>
          <a:lstStyle/>
          <a:p>
            <a:fld id="{9BB6EF5C-1F5B-4893-BDF9-3CA14147C289}" type="slidenum">
              <a:t>9</a:t>
            </a:fld>
            <a:endParaRPr lang="en-US"/>
          </a:p>
        </p:txBody>
      </p:sp>
    </p:spTree>
    <p:extLst>
      <p:ext uri="{BB962C8B-B14F-4D97-AF65-F5344CB8AC3E}">
        <p14:creationId xmlns:p14="http://schemas.microsoft.com/office/powerpoint/2010/main" val="3915918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can be passed at execution time using different methods. TFVARS is most common for environment separation, while environment variables are heavily used in CI/CD pipelines.”</a:t>
            </a:r>
          </a:p>
        </p:txBody>
      </p:sp>
      <p:sp>
        <p:nvSpPr>
          <p:cNvPr id="4" name="Slide Number Placeholder 3"/>
          <p:cNvSpPr>
            <a:spLocks noGrp="1"/>
          </p:cNvSpPr>
          <p:nvPr>
            <p:ph type="sldNum" sz="quarter" idx="5"/>
          </p:nvPr>
        </p:nvSpPr>
        <p:spPr/>
        <p:txBody>
          <a:bodyPr/>
          <a:lstStyle/>
          <a:p>
            <a:fld id="{9BB6EF5C-1F5B-4893-BDF9-3CA14147C289}" type="slidenum">
              <a:t>10</a:t>
            </a:fld>
            <a:endParaRPr lang="en-US"/>
          </a:p>
        </p:txBody>
      </p:sp>
    </p:spTree>
    <p:extLst>
      <p:ext uri="{BB962C8B-B14F-4D97-AF65-F5344CB8AC3E}">
        <p14:creationId xmlns:p14="http://schemas.microsoft.com/office/powerpoint/2010/main" val="1616719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TFVARS files lets you maintain separate environment configurations. This ensures the same code deploys different environments with different values.”</a:t>
            </a:r>
          </a:p>
        </p:txBody>
      </p:sp>
      <p:sp>
        <p:nvSpPr>
          <p:cNvPr id="4" name="Slide Number Placeholder 3"/>
          <p:cNvSpPr>
            <a:spLocks noGrp="1"/>
          </p:cNvSpPr>
          <p:nvPr>
            <p:ph type="sldNum" sz="quarter" idx="5"/>
          </p:nvPr>
        </p:nvSpPr>
        <p:spPr/>
        <p:txBody>
          <a:bodyPr/>
          <a:lstStyle/>
          <a:p>
            <a:fld id="{9BB6EF5C-1F5B-4893-BDF9-3CA14147C289}" type="slidenum">
              <a:t>11</a:t>
            </a:fld>
            <a:endParaRPr lang="en-US"/>
          </a:p>
        </p:txBody>
      </p:sp>
    </p:spTree>
    <p:extLst>
      <p:ext uri="{BB962C8B-B14F-4D97-AF65-F5344CB8AC3E}">
        <p14:creationId xmlns:p14="http://schemas.microsoft.com/office/powerpoint/2010/main" val="1400418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real-time example shows how variables are used inside a resource. Here, the resource group name is dynamic and can be changed per environment.”</a:t>
            </a:r>
          </a:p>
        </p:txBody>
      </p:sp>
      <p:sp>
        <p:nvSpPr>
          <p:cNvPr id="4" name="Slide Number Placeholder 3"/>
          <p:cNvSpPr>
            <a:spLocks noGrp="1"/>
          </p:cNvSpPr>
          <p:nvPr>
            <p:ph type="sldNum" sz="quarter" idx="5"/>
          </p:nvPr>
        </p:nvSpPr>
        <p:spPr/>
        <p:txBody>
          <a:bodyPr/>
          <a:lstStyle/>
          <a:p>
            <a:fld id="{9BB6EF5C-1F5B-4893-BDF9-3CA14147C289}" type="slidenum">
              <a:t>12</a:t>
            </a:fld>
            <a:endParaRPr lang="en-US"/>
          </a:p>
        </p:txBody>
      </p:sp>
    </p:spTree>
    <p:extLst>
      <p:ext uri="{BB962C8B-B14F-4D97-AF65-F5344CB8AC3E}">
        <p14:creationId xmlns:p14="http://schemas.microsoft.com/office/powerpoint/2010/main" val="330844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“Sensitive variables ensure security by masking values during output. This is important when using credentials inside Terraform.”</a:t>
            </a:r>
          </a:p>
        </p:txBody>
      </p:sp>
      <p:sp>
        <p:nvSpPr>
          <p:cNvPr id="4" name="Slide Number Placeholder 3"/>
          <p:cNvSpPr>
            <a:spLocks noGrp="1"/>
          </p:cNvSpPr>
          <p:nvPr>
            <p:ph type="sldNum" sz="quarter" idx="5"/>
          </p:nvPr>
        </p:nvSpPr>
        <p:spPr/>
        <p:txBody>
          <a:bodyPr/>
          <a:lstStyle/>
          <a:p>
            <a:fld id="{9BB6EF5C-1F5B-4893-BDF9-3CA14147C289}" type="slidenum">
              <a:t>13</a:t>
            </a:fld>
            <a:endParaRPr lang="en-US"/>
          </a:p>
        </p:txBody>
      </p:sp>
    </p:spTree>
    <p:extLst>
      <p:ext uri="{BB962C8B-B14F-4D97-AF65-F5344CB8AC3E}">
        <p14:creationId xmlns:p14="http://schemas.microsoft.com/office/powerpoint/2010/main" val="3301351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 </a:t>
            </a:r>
            <a:r>
              <a:rPr lang="en-US" dirty="0"/>
              <a:t>“Validation helps enforce rules. For example, ensuring instance count is greater than zero prevents misconfigurations.”</a:t>
            </a:r>
          </a:p>
        </p:txBody>
      </p:sp>
      <p:sp>
        <p:nvSpPr>
          <p:cNvPr id="4" name="Slide Number Placeholder 3"/>
          <p:cNvSpPr>
            <a:spLocks noGrp="1"/>
          </p:cNvSpPr>
          <p:nvPr>
            <p:ph type="sldNum" sz="quarter" idx="5"/>
          </p:nvPr>
        </p:nvSpPr>
        <p:spPr/>
        <p:txBody>
          <a:bodyPr/>
          <a:lstStyle/>
          <a:p>
            <a:fld id="{9BB6EF5C-1F5B-4893-BDF9-3CA14147C289}" type="slidenum">
              <a:t>14</a:t>
            </a:fld>
            <a:endParaRPr lang="en-US"/>
          </a:p>
        </p:txBody>
      </p:sp>
    </p:spTree>
    <p:extLst>
      <p:ext uri="{BB962C8B-B14F-4D97-AF65-F5344CB8AC3E}">
        <p14:creationId xmlns:p14="http://schemas.microsoft.com/office/powerpoint/2010/main" val="1997178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“Variables are external inputs, while locals are internal constants or computed expressions. Locals help simplify repeated logic.”</a:t>
            </a:r>
          </a:p>
        </p:txBody>
      </p:sp>
      <p:sp>
        <p:nvSpPr>
          <p:cNvPr id="4" name="Slide Number Placeholder 3"/>
          <p:cNvSpPr>
            <a:spLocks noGrp="1"/>
          </p:cNvSpPr>
          <p:nvPr>
            <p:ph type="sldNum" sz="quarter" idx="5"/>
          </p:nvPr>
        </p:nvSpPr>
        <p:spPr/>
        <p:txBody>
          <a:bodyPr/>
          <a:lstStyle/>
          <a:p>
            <a:fld id="{9BB6EF5C-1F5B-4893-BDF9-3CA14147C289}" type="slidenum">
              <a:t>15</a:t>
            </a:fld>
            <a:endParaRPr lang="en-US"/>
          </a:p>
        </p:txBody>
      </p:sp>
    </p:spTree>
    <p:extLst>
      <p:ext uri="{BB962C8B-B14F-4D97-AF65-F5344CB8AC3E}">
        <p14:creationId xmlns:p14="http://schemas.microsoft.com/office/powerpoint/2010/main" val="260050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best practices help maintain enterprise-grade Terraform projects that are scalable and maintainable across teams.”</a:t>
            </a:r>
          </a:p>
        </p:txBody>
      </p:sp>
      <p:sp>
        <p:nvSpPr>
          <p:cNvPr id="4" name="Slide Number Placeholder 3"/>
          <p:cNvSpPr>
            <a:spLocks noGrp="1"/>
          </p:cNvSpPr>
          <p:nvPr>
            <p:ph type="sldNum" sz="quarter" idx="5"/>
          </p:nvPr>
        </p:nvSpPr>
        <p:spPr/>
        <p:txBody>
          <a:bodyPr/>
          <a:lstStyle/>
          <a:p>
            <a:fld id="{9BB6EF5C-1F5B-4893-BDF9-3CA14147C289}" type="slidenum">
              <a:t>16</a:t>
            </a:fld>
            <a:endParaRPr lang="en-US"/>
          </a:p>
        </p:txBody>
      </p:sp>
    </p:spTree>
    <p:extLst>
      <p:ext uri="{BB962C8B-B14F-4D97-AF65-F5344CB8AC3E}">
        <p14:creationId xmlns:p14="http://schemas.microsoft.com/office/powerpoint/2010/main" val="4145117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variables give Terraform the power to create flexible and reusable infrastructure automation.”</a:t>
            </a:r>
          </a:p>
        </p:txBody>
      </p:sp>
      <p:sp>
        <p:nvSpPr>
          <p:cNvPr id="4" name="Slide Number Placeholder 3"/>
          <p:cNvSpPr>
            <a:spLocks noGrp="1"/>
          </p:cNvSpPr>
          <p:nvPr>
            <p:ph type="sldNum" sz="quarter" idx="5"/>
          </p:nvPr>
        </p:nvSpPr>
        <p:spPr/>
        <p:txBody>
          <a:bodyPr/>
          <a:lstStyle/>
          <a:p>
            <a:fld id="{9BB6EF5C-1F5B-4893-BDF9-3CA14147C289}" type="slidenum">
              <a:t>17</a:t>
            </a:fld>
            <a:endParaRPr lang="en-US"/>
          </a:p>
        </p:txBody>
      </p:sp>
    </p:spTree>
    <p:extLst>
      <p:ext uri="{BB962C8B-B14F-4D97-AF65-F5344CB8AC3E}">
        <p14:creationId xmlns:p14="http://schemas.microsoft.com/office/powerpoint/2010/main" val="1416043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12/2/2025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03187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12/2/2025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69527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12/2/2025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55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12/2/2025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31719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12/2/2025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28027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12/2/2025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73648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12/2/2025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18047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12/2/2025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39501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12/2/2025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3278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12/2/2025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8686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12/2/2025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993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12/2/2025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859598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43427F-D098-06E1-BF95-81917FE95F78}"/>
              </a:ext>
            </a:extLst>
          </p:cNvPr>
          <p:cNvSpPr>
            <a:spLocks noGrp="1"/>
          </p:cNvSpPr>
          <p:nvPr>
            <p:ph type="title"/>
          </p:nvPr>
        </p:nvSpPr>
        <p:spPr>
          <a:xfrm>
            <a:off x="640080" y="1371600"/>
            <a:ext cx="5852160" cy="1097280"/>
          </a:xfrm>
        </p:spPr>
        <p:txBody>
          <a:bodyPr anchor="t">
            <a:normAutofit/>
          </a:bodyPr>
          <a:lstStyle/>
          <a:p>
            <a:r>
              <a:rPr lang="en-US"/>
              <a:t>HCL Basics</a:t>
            </a:r>
            <a:endParaRPr lang="en-US"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6B2AC10-ACD3-665B-9653-7BA795BC61A3}"/>
              </a:ext>
            </a:extLst>
          </p:cNvPr>
          <p:cNvSpPr>
            <a:spLocks noGrp="1"/>
          </p:cNvSpPr>
          <p:nvPr>
            <p:ph idx="1"/>
          </p:nvPr>
        </p:nvSpPr>
        <p:spPr>
          <a:xfrm>
            <a:off x="640080" y="2633236"/>
            <a:ext cx="5852160" cy="3664685"/>
          </a:xfrm>
        </p:spPr>
        <p:txBody>
          <a:bodyPr vert="horz" lIns="91440" tIns="45720" rIns="91440" bIns="45720" rtlCol="0">
            <a:normAutofit/>
          </a:bodyPr>
          <a:lstStyle/>
          <a:p>
            <a:r>
              <a:rPr lang="en-US" b="1"/>
              <a:t>Resources</a:t>
            </a:r>
            <a:endParaRPr lang="en-US" dirty="0"/>
          </a:p>
          <a:p>
            <a:r>
              <a:rPr lang="en-US" b="1"/>
              <a:t>Variables</a:t>
            </a:r>
            <a:endParaRPr lang="en-US" dirty="0"/>
          </a:p>
          <a:p>
            <a:r>
              <a:rPr lang="en-US" b="1"/>
              <a:t>Outputs</a:t>
            </a:r>
            <a:endParaRPr lang="en-US" dirty="0"/>
          </a:p>
          <a:p>
            <a:r>
              <a:rPr lang="en-US" b="1"/>
              <a:t>Locals</a:t>
            </a:r>
            <a:endParaRPr lang="en-US" dirty="0"/>
          </a:p>
        </p:txBody>
      </p:sp>
      <p:pic>
        <p:nvPicPr>
          <p:cNvPr id="5" name="Picture 4" descr="A 3D pattern of ring shapes connected by lines">
            <a:extLst>
              <a:ext uri="{FF2B5EF4-FFF2-40B4-BE49-F238E27FC236}">
                <a16:creationId xmlns:a16="http://schemas.microsoft.com/office/drawing/2014/main" id="{88F407F3-AB6E-CA1A-015D-AFE6C32B7F27}"/>
              </a:ext>
            </a:extLst>
          </p:cNvPr>
          <p:cNvPicPr>
            <a:picLocks noChangeAspect="1"/>
          </p:cNvPicPr>
          <p:nvPr/>
        </p:nvPicPr>
        <p:blipFill>
          <a:blip r:embed="rId2"/>
          <a:srcRect l="12709" r="47540" b="-2"/>
          <a:stretch>
            <a:fillRect/>
          </a:stretch>
        </p:blipFill>
        <p:spPr>
          <a:xfrm>
            <a:off x="7345680" y="10"/>
            <a:ext cx="4846320" cy="6857990"/>
          </a:xfrm>
          <a:prstGeom prst="rect">
            <a:avLst/>
          </a:prstGeom>
        </p:spPr>
      </p:pic>
    </p:spTree>
    <p:extLst>
      <p:ext uri="{BB962C8B-B14F-4D97-AF65-F5344CB8AC3E}">
        <p14:creationId xmlns:p14="http://schemas.microsoft.com/office/powerpoint/2010/main" val="2090486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F1B398-5E4A-35E9-EB62-E2D6A81302B1}"/>
              </a:ext>
            </a:extLst>
          </p:cNvPr>
          <p:cNvSpPr>
            <a:spLocks noGrp="1"/>
          </p:cNvSpPr>
          <p:nvPr>
            <p:ph type="title"/>
          </p:nvPr>
        </p:nvSpPr>
        <p:spPr>
          <a:xfrm>
            <a:off x="640080" y="1371600"/>
            <a:ext cx="5852160" cy="1097280"/>
          </a:xfrm>
        </p:spPr>
        <p:txBody>
          <a:bodyPr anchor="t">
            <a:normAutofit/>
          </a:bodyPr>
          <a:lstStyle/>
          <a:p>
            <a:r>
              <a:rPr lang="en-US" dirty="0"/>
              <a:t>Resources</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98AB18-B7C5-48AD-05FB-B920103349B8}"/>
              </a:ext>
            </a:extLst>
          </p:cNvPr>
          <p:cNvSpPr>
            <a:spLocks noGrp="1"/>
          </p:cNvSpPr>
          <p:nvPr>
            <p:ph idx="1"/>
          </p:nvPr>
        </p:nvSpPr>
        <p:spPr>
          <a:xfrm>
            <a:off x="640080" y="2633236"/>
            <a:ext cx="5852160" cy="3664685"/>
          </a:xfrm>
        </p:spPr>
        <p:txBody>
          <a:bodyPr vert="horz" lIns="91440" tIns="45720" rIns="91440" bIns="45720" rtlCol="0">
            <a:normAutofit/>
          </a:bodyPr>
          <a:lstStyle/>
          <a:p>
            <a:r>
              <a:rPr lang="en-US" dirty="0">
                <a:ea typeface="+mn-lt"/>
                <a:cs typeface="+mn-lt"/>
              </a:rPr>
              <a:t>A </a:t>
            </a:r>
            <a:r>
              <a:rPr lang="en-US" b="1" dirty="0">
                <a:ea typeface="+mn-lt"/>
                <a:cs typeface="+mn-lt"/>
              </a:rPr>
              <a:t>Terraform resource</a:t>
            </a:r>
            <a:r>
              <a:rPr lang="en-US" dirty="0">
                <a:ea typeface="+mn-lt"/>
                <a:cs typeface="+mn-lt"/>
              </a:rPr>
              <a:t> represents an infrastructure object that Terraform </a:t>
            </a:r>
            <a:r>
              <a:rPr lang="en-US" b="1" dirty="0">
                <a:ea typeface="+mn-lt"/>
                <a:cs typeface="+mn-lt"/>
              </a:rPr>
              <a:t>creates, updates, or deletes</a:t>
            </a:r>
            <a:r>
              <a:rPr lang="en-US" dirty="0">
                <a:ea typeface="+mn-lt"/>
                <a:cs typeface="+mn-lt"/>
              </a:rPr>
              <a:t> using a provider.</a:t>
            </a:r>
            <a:br>
              <a:rPr lang="en-US" dirty="0">
                <a:ea typeface="+mn-lt"/>
                <a:cs typeface="+mn-lt"/>
              </a:rPr>
            </a:br>
            <a:r>
              <a:rPr lang="en-US" dirty="0">
                <a:ea typeface="+mn-lt"/>
                <a:cs typeface="+mn-lt"/>
              </a:rPr>
              <a:t> Examples include a </a:t>
            </a:r>
            <a:r>
              <a:rPr lang="en-US" b="1" dirty="0">
                <a:ea typeface="+mn-lt"/>
                <a:cs typeface="+mn-lt"/>
              </a:rPr>
              <a:t>VM, storage account, </a:t>
            </a:r>
            <a:r>
              <a:rPr lang="en-US" b="1" dirty="0" err="1">
                <a:ea typeface="+mn-lt"/>
                <a:cs typeface="+mn-lt"/>
              </a:rPr>
              <a:t>VNet</a:t>
            </a:r>
            <a:r>
              <a:rPr lang="en-US" b="1" dirty="0">
                <a:ea typeface="+mn-lt"/>
                <a:cs typeface="+mn-lt"/>
              </a:rPr>
              <a:t>, database, IAM role</a:t>
            </a:r>
            <a:r>
              <a:rPr lang="en-US" dirty="0">
                <a:ea typeface="+mn-lt"/>
                <a:cs typeface="+mn-lt"/>
              </a:rPr>
              <a:t>, etc.</a:t>
            </a:r>
            <a:endParaRPr lang="en-US" dirty="0"/>
          </a:p>
          <a:p>
            <a:r>
              <a:rPr lang="en-US" dirty="0">
                <a:ea typeface="+mn-lt"/>
                <a:cs typeface="+mn-lt"/>
              </a:rPr>
              <a:t>It is the </a:t>
            </a:r>
            <a:r>
              <a:rPr lang="en-US" b="1" dirty="0">
                <a:ea typeface="+mn-lt"/>
                <a:cs typeface="+mn-lt"/>
              </a:rPr>
              <a:t>building block</a:t>
            </a:r>
            <a:r>
              <a:rPr lang="en-US" dirty="0">
                <a:ea typeface="+mn-lt"/>
                <a:cs typeface="+mn-lt"/>
              </a:rPr>
              <a:t> of Terraform configuration.</a:t>
            </a:r>
            <a:endParaRPr lang="en-US" dirty="0"/>
          </a:p>
          <a:p>
            <a:endParaRPr lang="en-US" dirty="0"/>
          </a:p>
        </p:txBody>
      </p:sp>
      <p:pic>
        <p:nvPicPr>
          <p:cNvPr id="5" name="Picture 4" descr="Cubes connected with a red line">
            <a:extLst>
              <a:ext uri="{FF2B5EF4-FFF2-40B4-BE49-F238E27FC236}">
                <a16:creationId xmlns:a16="http://schemas.microsoft.com/office/drawing/2014/main" id="{3FF2BCA3-5F8B-EA64-6F91-2DC616F6E2F7}"/>
              </a:ext>
            </a:extLst>
          </p:cNvPr>
          <p:cNvPicPr>
            <a:picLocks noChangeAspect="1"/>
          </p:cNvPicPr>
          <p:nvPr/>
        </p:nvPicPr>
        <p:blipFill>
          <a:blip r:embed="rId2"/>
          <a:srcRect l="28217" r="17434" b="-6"/>
          <a:stretch>
            <a:fillRect/>
          </a:stretch>
        </p:blipFill>
        <p:spPr>
          <a:xfrm>
            <a:off x="7345680" y="10"/>
            <a:ext cx="4846320" cy="6857990"/>
          </a:xfrm>
          <a:prstGeom prst="rect">
            <a:avLst/>
          </a:prstGeom>
        </p:spPr>
      </p:pic>
    </p:spTree>
    <p:extLst>
      <p:ext uri="{BB962C8B-B14F-4D97-AF65-F5344CB8AC3E}">
        <p14:creationId xmlns:p14="http://schemas.microsoft.com/office/powerpoint/2010/main" val="644283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8ED68-39AE-7277-3EBA-9A97EFCA7B82}"/>
              </a:ext>
            </a:extLst>
          </p:cNvPr>
          <p:cNvSpPr>
            <a:spLocks noGrp="1"/>
          </p:cNvSpPr>
          <p:nvPr>
            <p:ph type="title"/>
          </p:nvPr>
        </p:nvSpPr>
        <p:spPr/>
        <p:txBody>
          <a:bodyPr/>
          <a:lstStyle/>
          <a:p>
            <a:r>
              <a:rPr lang="en-US" b="0" dirty="0">
                <a:ea typeface="+mj-lt"/>
                <a:cs typeface="+mj-lt"/>
              </a:rPr>
              <a:t>Resource Block Structure</a:t>
            </a:r>
            <a:endParaRPr lang="en-US" dirty="0"/>
          </a:p>
        </p:txBody>
      </p:sp>
      <p:sp>
        <p:nvSpPr>
          <p:cNvPr id="6" name="TextBox 5">
            <a:extLst>
              <a:ext uri="{FF2B5EF4-FFF2-40B4-BE49-F238E27FC236}">
                <a16:creationId xmlns:a16="http://schemas.microsoft.com/office/drawing/2014/main" id="{9F2F6727-0D69-7BA1-604F-F3320B576F79}"/>
              </a:ext>
            </a:extLst>
          </p:cNvPr>
          <p:cNvSpPr txBox="1"/>
          <p:nvPr/>
        </p:nvSpPr>
        <p:spPr>
          <a:xfrm>
            <a:off x="975360" y="2636520"/>
            <a:ext cx="6888480" cy="1200329"/>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resource "&lt;PROVIDER&gt;_&lt;TYPE&gt;" "&lt;NAME&gt;" {</a:t>
            </a:r>
            <a:endParaRPr lang="en-US">
              <a:solidFill>
                <a:schemeClr val="bg1"/>
              </a:solidFill>
            </a:endParaRPr>
          </a:p>
          <a:p>
            <a:r>
              <a:rPr lang="en-US" dirty="0">
                <a:solidFill>
                  <a:schemeClr val="bg1"/>
                </a:solidFill>
                <a:ea typeface="+mn-lt"/>
                <a:cs typeface="+mn-lt"/>
              </a:rPr>
              <a:t>  # arguments/attributes</a:t>
            </a:r>
            <a:endParaRPr lang="en-US">
              <a:solidFill>
                <a:schemeClr val="bg1"/>
              </a:solidFill>
            </a:endParaRPr>
          </a:p>
          <a:p>
            <a:r>
              <a:rPr lang="en-US" dirty="0">
                <a:solidFill>
                  <a:schemeClr val="bg1"/>
                </a:solidFill>
                <a:ea typeface="+mn-lt"/>
                <a:cs typeface="+mn-lt"/>
              </a:rPr>
              <a:t>}</a:t>
            </a:r>
            <a:endParaRPr lang="en-US" dirty="0">
              <a:solidFill>
                <a:schemeClr val="bg1"/>
              </a:solidFill>
            </a:endParaRPr>
          </a:p>
          <a:p>
            <a:pPr algn="l"/>
            <a:endParaRPr lang="en-US" dirty="0"/>
          </a:p>
        </p:txBody>
      </p:sp>
      <p:graphicFrame>
        <p:nvGraphicFramePr>
          <p:cNvPr id="8" name="Table 7">
            <a:extLst>
              <a:ext uri="{FF2B5EF4-FFF2-40B4-BE49-F238E27FC236}">
                <a16:creationId xmlns:a16="http://schemas.microsoft.com/office/drawing/2014/main" id="{4419ADD0-F70B-DDE3-10F2-43A8734CB5A1}"/>
              </a:ext>
            </a:extLst>
          </p:cNvPr>
          <p:cNvGraphicFramePr>
            <a:graphicFrameLocks noGrp="1"/>
          </p:cNvGraphicFramePr>
          <p:nvPr>
            <p:extLst>
              <p:ext uri="{D42A27DB-BD31-4B8C-83A1-F6EECF244321}">
                <p14:modId xmlns:p14="http://schemas.microsoft.com/office/powerpoint/2010/main" val="149668219"/>
              </p:ext>
            </p:extLst>
          </p:nvPr>
        </p:nvGraphicFramePr>
        <p:xfrm>
          <a:off x="975360" y="4373880"/>
          <a:ext cx="10190832" cy="1463040"/>
        </p:xfrm>
        <a:graphic>
          <a:graphicData uri="http://schemas.openxmlformats.org/drawingml/2006/table">
            <a:tbl>
              <a:tblPr bandRow="1">
                <a:tableStyleId>{5C22544A-7EE6-4342-B048-85BDC9FD1C3A}</a:tableStyleId>
              </a:tblPr>
              <a:tblGrid>
                <a:gridCol w="2606039">
                  <a:extLst>
                    <a:ext uri="{9D8B030D-6E8A-4147-A177-3AD203B41FA5}">
                      <a16:colId xmlns:a16="http://schemas.microsoft.com/office/drawing/2014/main" val="1480302979"/>
                    </a:ext>
                  </a:extLst>
                </a:gridCol>
                <a:gridCol w="7584793">
                  <a:extLst>
                    <a:ext uri="{9D8B030D-6E8A-4147-A177-3AD203B41FA5}">
                      <a16:colId xmlns:a16="http://schemas.microsoft.com/office/drawing/2014/main" val="488051809"/>
                    </a:ext>
                  </a:extLst>
                </a:gridCol>
              </a:tblGrid>
              <a:tr h="342475">
                <a:tc>
                  <a:txBody>
                    <a:bodyPr/>
                    <a:lstStyle/>
                    <a:p>
                      <a:pPr>
                        <a:buNone/>
                      </a:pPr>
                      <a:r>
                        <a:rPr lang="en-US" b="1" dirty="0"/>
                        <a:t>Part</a:t>
                      </a:r>
                    </a:p>
                  </a:txBody>
                  <a:tcPr anchor="ctr">
                    <a:lnL>
                      <a:noFill/>
                    </a:lnL>
                    <a:lnR>
                      <a:noFill/>
                    </a:lnR>
                    <a:lnT>
                      <a:noFill/>
                    </a:lnT>
                    <a:lnB>
                      <a:noFill/>
                    </a:lnB>
                    <a:solidFill>
                      <a:schemeClr val="tx2">
                        <a:lumMod val="10000"/>
                        <a:lumOff val="90000"/>
                      </a:schemeClr>
                    </a:solidFill>
                  </a:tcPr>
                </a:tc>
                <a:tc>
                  <a:txBody>
                    <a:bodyPr/>
                    <a:lstStyle/>
                    <a:p>
                      <a:pPr>
                        <a:buNone/>
                      </a:pPr>
                      <a:r>
                        <a:rPr lang="en-US" b="1" dirty="0"/>
                        <a:t>Meaning</a:t>
                      </a:r>
                    </a:p>
                  </a:txBody>
                  <a:tcPr anchor="ctr">
                    <a:lnL>
                      <a:noFill/>
                    </a:lnL>
                    <a:lnR>
                      <a:noFill/>
                    </a:lnR>
                    <a:lnT>
                      <a:noFill/>
                    </a:lnT>
                    <a:lnB>
                      <a:noFill/>
                    </a:lnB>
                    <a:solidFill>
                      <a:schemeClr val="tx2">
                        <a:lumMod val="10000"/>
                        <a:lumOff val="90000"/>
                      </a:schemeClr>
                    </a:solidFill>
                  </a:tcPr>
                </a:tc>
                <a:extLst>
                  <a:ext uri="{0D108BD9-81ED-4DB2-BD59-A6C34878D82A}">
                    <a16:rowId xmlns:a16="http://schemas.microsoft.com/office/drawing/2014/main" val="3102916060"/>
                  </a:ext>
                </a:extLst>
              </a:tr>
              <a:tr h="342475">
                <a:tc>
                  <a:txBody>
                    <a:bodyPr/>
                    <a:lstStyle/>
                    <a:p>
                      <a:pPr>
                        <a:buNone/>
                      </a:pPr>
                      <a:r>
                        <a:rPr lang="en-US" dirty="0">
                          <a:latin typeface="Courier New"/>
                        </a:rPr>
                        <a:t>&lt;PROVIDER&gt;</a:t>
                      </a:r>
                    </a:p>
                  </a:txBody>
                  <a:tcPr anchor="ctr">
                    <a:lnL>
                      <a:noFill/>
                    </a:lnL>
                    <a:lnR>
                      <a:noFill/>
                    </a:lnR>
                    <a:lnT>
                      <a:noFill/>
                    </a:lnT>
                    <a:lnB>
                      <a:noFill/>
                    </a:lnB>
                    <a:noFill/>
                  </a:tcPr>
                </a:tc>
                <a:tc>
                  <a:txBody>
                    <a:bodyPr/>
                    <a:lstStyle/>
                    <a:p>
                      <a:pPr>
                        <a:buNone/>
                      </a:pPr>
                      <a:r>
                        <a:rPr lang="en-US" dirty="0"/>
                        <a:t>Cloud/service provider (</a:t>
                      </a:r>
                      <a:r>
                        <a:rPr lang="en-US" dirty="0" err="1"/>
                        <a:t>azurerm</a:t>
                      </a:r>
                      <a:r>
                        <a:rPr lang="en-US" dirty="0"/>
                        <a:t>, </a:t>
                      </a:r>
                      <a:r>
                        <a:rPr lang="en-US" dirty="0" err="1"/>
                        <a:t>aws</a:t>
                      </a:r>
                      <a:r>
                        <a:rPr lang="en-US" dirty="0"/>
                        <a:t>, google, etc.)</a:t>
                      </a:r>
                    </a:p>
                  </a:txBody>
                  <a:tcPr anchor="ctr">
                    <a:lnL>
                      <a:noFill/>
                    </a:lnL>
                    <a:lnR>
                      <a:noFill/>
                    </a:lnR>
                    <a:lnT>
                      <a:noFill/>
                    </a:lnT>
                    <a:lnB>
                      <a:noFill/>
                    </a:lnB>
                    <a:noFill/>
                  </a:tcPr>
                </a:tc>
                <a:extLst>
                  <a:ext uri="{0D108BD9-81ED-4DB2-BD59-A6C34878D82A}">
                    <a16:rowId xmlns:a16="http://schemas.microsoft.com/office/drawing/2014/main" val="2916295622"/>
                  </a:ext>
                </a:extLst>
              </a:tr>
              <a:tr h="342475">
                <a:tc>
                  <a:txBody>
                    <a:bodyPr/>
                    <a:lstStyle/>
                    <a:p>
                      <a:pPr>
                        <a:buNone/>
                      </a:pPr>
                      <a:r>
                        <a:rPr lang="en-US" dirty="0">
                          <a:latin typeface="Courier New"/>
                        </a:rPr>
                        <a:t>&lt;TYPE&gt;</a:t>
                      </a:r>
                    </a:p>
                  </a:txBody>
                  <a:tcPr anchor="ctr">
                    <a:lnL>
                      <a:noFill/>
                    </a:lnL>
                    <a:lnR>
                      <a:noFill/>
                    </a:lnR>
                    <a:lnT>
                      <a:noFill/>
                    </a:lnT>
                    <a:lnB>
                      <a:noFill/>
                    </a:lnB>
                    <a:noFill/>
                  </a:tcPr>
                </a:tc>
                <a:tc>
                  <a:txBody>
                    <a:bodyPr/>
                    <a:lstStyle/>
                    <a:p>
                      <a:pPr>
                        <a:buNone/>
                      </a:pPr>
                      <a:r>
                        <a:rPr lang="en-US" dirty="0"/>
                        <a:t>Resource type (</a:t>
                      </a:r>
                      <a:r>
                        <a:rPr lang="en-US" dirty="0" err="1"/>
                        <a:t>resource_group</a:t>
                      </a:r>
                      <a:r>
                        <a:rPr lang="en-US" dirty="0"/>
                        <a:t>, </a:t>
                      </a:r>
                      <a:r>
                        <a:rPr lang="en-US" dirty="0" err="1"/>
                        <a:t>vm</a:t>
                      </a:r>
                      <a:r>
                        <a:rPr lang="en-US" dirty="0"/>
                        <a:t>, </a:t>
                      </a:r>
                      <a:r>
                        <a:rPr lang="en-US" dirty="0" err="1"/>
                        <a:t>vnet</a:t>
                      </a:r>
                      <a:r>
                        <a:rPr lang="en-US" dirty="0"/>
                        <a:t>, bucket, etc.)</a:t>
                      </a:r>
                    </a:p>
                  </a:txBody>
                  <a:tcPr anchor="ctr">
                    <a:lnL>
                      <a:noFill/>
                    </a:lnL>
                    <a:lnR>
                      <a:noFill/>
                    </a:lnR>
                    <a:lnT>
                      <a:noFill/>
                    </a:lnT>
                    <a:lnB>
                      <a:noFill/>
                    </a:lnB>
                    <a:noFill/>
                  </a:tcPr>
                </a:tc>
                <a:extLst>
                  <a:ext uri="{0D108BD9-81ED-4DB2-BD59-A6C34878D82A}">
                    <a16:rowId xmlns:a16="http://schemas.microsoft.com/office/drawing/2014/main" val="2267228075"/>
                  </a:ext>
                </a:extLst>
              </a:tr>
              <a:tr h="342475">
                <a:tc>
                  <a:txBody>
                    <a:bodyPr/>
                    <a:lstStyle/>
                    <a:p>
                      <a:pPr>
                        <a:buNone/>
                      </a:pPr>
                      <a:r>
                        <a:rPr lang="en-US" dirty="0">
                          <a:latin typeface="Courier New"/>
                        </a:rPr>
                        <a:t>&lt;NAME&gt;</a:t>
                      </a:r>
                    </a:p>
                  </a:txBody>
                  <a:tcPr anchor="ctr">
                    <a:lnL>
                      <a:noFill/>
                    </a:lnL>
                    <a:lnR>
                      <a:noFill/>
                    </a:lnR>
                    <a:lnT>
                      <a:noFill/>
                    </a:lnT>
                    <a:lnB>
                      <a:noFill/>
                    </a:lnB>
                    <a:noFill/>
                  </a:tcPr>
                </a:tc>
                <a:tc>
                  <a:txBody>
                    <a:bodyPr/>
                    <a:lstStyle/>
                    <a:p>
                      <a:pPr>
                        <a:buNone/>
                      </a:pPr>
                      <a:r>
                        <a:rPr lang="en-US" dirty="0"/>
                        <a:t>Local name used for referencing inside Terraform</a:t>
                      </a:r>
                    </a:p>
                  </a:txBody>
                  <a:tcPr anchor="ctr">
                    <a:lnL>
                      <a:noFill/>
                    </a:lnL>
                    <a:lnR>
                      <a:noFill/>
                    </a:lnR>
                    <a:lnT>
                      <a:noFill/>
                    </a:lnT>
                    <a:lnB>
                      <a:noFill/>
                    </a:lnB>
                    <a:noFill/>
                  </a:tcPr>
                </a:tc>
                <a:extLst>
                  <a:ext uri="{0D108BD9-81ED-4DB2-BD59-A6C34878D82A}">
                    <a16:rowId xmlns:a16="http://schemas.microsoft.com/office/drawing/2014/main" val="2514435638"/>
                  </a:ext>
                </a:extLst>
              </a:tr>
            </a:tbl>
          </a:graphicData>
        </a:graphic>
      </p:graphicFrame>
    </p:spTree>
    <p:extLst>
      <p:ext uri="{BB962C8B-B14F-4D97-AF65-F5344CB8AC3E}">
        <p14:creationId xmlns:p14="http://schemas.microsoft.com/office/powerpoint/2010/main" val="569265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B61EA-55BD-7545-6861-242BC0269299}"/>
              </a:ext>
            </a:extLst>
          </p:cNvPr>
          <p:cNvSpPr>
            <a:spLocks noGrp="1"/>
          </p:cNvSpPr>
          <p:nvPr>
            <p:ph type="title"/>
          </p:nvPr>
        </p:nvSpPr>
        <p:spPr>
          <a:xfrm>
            <a:off x="3771900" y="349885"/>
            <a:ext cx="4320540" cy="898843"/>
          </a:xfrm>
        </p:spPr>
        <p:txBody>
          <a:bodyPr/>
          <a:lstStyle/>
          <a:p>
            <a:r>
              <a:rPr lang="en-US" dirty="0"/>
              <a:t>Resource Block </a:t>
            </a:r>
          </a:p>
        </p:txBody>
      </p:sp>
      <p:sp>
        <p:nvSpPr>
          <p:cNvPr id="5" name="TextBox 4">
            <a:extLst>
              <a:ext uri="{FF2B5EF4-FFF2-40B4-BE49-F238E27FC236}">
                <a16:creationId xmlns:a16="http://schemas.microsoft.com/office/drawing/2014/main" id="{8DC967CE-FD03-FC20-6676-94F4C160906E}"/>
              </a:ext>
            </a:extLst>
          </p:cNvPr>
          <p:cNvSpPr txBox="1"/>
          <p:nvPr/>
        </p:nvSpPr>
        <p:spPr>
          <a:xfrm>
            <a:off x="2407920" y="3185160"/>
            <a:ext cx="5775960" cy="2185214"/>
          </a:xfrm>
          <a:prstGeom prst="rect">
            <a:avLst/>
          </a:prstGeom>
          <a:solidFill>
            <a:schemeClr val="tx2">
              <a:lumMod val="10000"/>
              <a:lumOff val="9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solidFill>
                <a:srgbClr val="000000"/>
              </a:solidFill>
            </a:endParaRPr>
          </a:p>
          <a:p>
            <a:r>
              <a:rPr lang="en-US" sz="2000" dirty="0">
                <a:solidFill>
                  <a:srgbClr val="1F2124"/>
                </a:solidFill>
              </a:rPr>
              <a:t>resource </a:t>
            </a:r>
            <a:r>
              <a:rPr lang="en-US" sz="2000" b="1" dirty="0">
                <a:solidFill>
                  <a:srgbClr val="5C4EE5"/>
                </a:solidFill>
              </a:rPr>
              <a:t>"</a:t>
            </a:r>
            <a:r>
              <a:rPr lang="en-US" sz="2000" b="1" err="1">
                <a:solidFill>
                  <a:srgbClr val="5C4EE5"/>
                </a:solidFill>
              </a:rPr>
              <a:t>azurerm_resource_group</a:t>
            </a:r>
            <a:r>
              <a:rPr lang="en-US" sz="2000" b="1" dirty="0">
                <a:solidFill>
                  <a:srgbClr val="5C4EE5"/>
                </a:solidFill>
              </a:rPr>
              <a:t>"</a:t>
            </a:r>
            <a:r>
              <a:rPr lang="en-US" sz="2000" dirty="0"/>
              <a:t> </a:t>
            </a:r>
            <a:r>
              <a:rPr lang="en-US" sz="2000" dirty="0">
                <a:solidFill>
                  <a:schemeClr val="accent5">
                    <a:lumMod val="76000"/>
                  </a:schemeClr>
                </a:solidFill>
              </a:rPr>
              <a:t>"my-</a:t>
            </a:r>
            <a:r>
              <a:rPr lang="en-US" sz="2000" err="1">
                <a:solidFill>
                  <a:schemeClr val="accent5">
                    <a:lumMod val="76000"/>
                  </a:schemeClr>
                </a:solidFill>
              </a:rPr>
              <a:t>rg</a:t>
            </a:r>
            <a:r>
              <a:rPr lang="en-US" sz="2000" dirty="0">
                <a:solidFill>
                  <a:schemeClr val="accent5">
                    <a:lumMod val="76000"/>
                  </a:schemeClr>
                </a:solidFill>
              </a:rPr>
              <a:t>" </a:t>
            </a:r>
          </a:p>
          <a:p>
            <a:r>
              <a:rPr lang="en-US" sz="2000" dirty="0">
                <a:solidFill>
                  <a:srgbClr val="1F2124"/>
                </a:solidFill>
              </a:rPr>
              <a:t>{</a:t>
            </a:r>
            <a:r>
              <a:rPr lang="en-US" sz="2000" dirty="0"/>
              <a:t> </a:t>
            </a:r>
            <a:endParaRPr lang="en-US" sz="2000" dirty="0">
              <a:solidFill>
                <a:srgbClr val="000000"/>
              </a:solidFill>
            </a:endParaRPr>
          </a:p>
          <a:p>
            <a:r>
              <a:rPr lang="en-US" sz="2000" dirty="0">
                <a:solidFill>
                  <a:srgbClr val="525761"/>
                </a:solidFill>
              </a:rPr>
              <a:t>name</a:t>
            </a:r>
            <a:r>
              <a:rPr lang="en-US" sz="2000" dirty="0">
                <a:solidFill>
                  <a:srgbClr val="000000"/>
                </a:solidFill>
              </a:rPr>
              <a:t> </a:t>
            </a:r>
            <a:r>
              <a:rPr lang="en-US" sz="2000" dirty="0">
                <a:solidFill>
                  <a:srgbClr val="1F2124"/>
                </a:solidFill>
              </a:rPr>
              <a:t>=</a:t>
            </a:r>
            <a:r>
              <a:rPr lang="en-US" sz="2000" dirty="0">
                <a:solidFill>
                  <a:srgbClr val="000000"/>
                </a:solidFill>
              </a:rPr>
              <a:t> </a:t>
            </a:r>
            <a:r>
              <a:rPr lang="en-US" sz="2000" dirty="0">
                <a:solidFill>
                  <a:srgbClr val="5C4EE5"/>
                </a:solidFill>
              </a:rPr>
              <a:t>"</a:t>
            </a:r>
            <a:r>
              <a:rPr lang="en-US" sz="2000" err="1">
                <a:solidFill>
                  <a:srgbClr val="5C4EE5"/>
                </a:solidFill>
              </a:rPr>
              <a:t>myRg</a:t>
            </a:r>
            <a:r>
              <a:rPr lang="en-US" sz="2000" dirty="0">
                <a:solidFill>
                  <a:srgbClr val="5C4EE5"/>
                </a:solidFill>
              </a:rPr>
              <a:t>"</a:t>
            </a:r>
            <a:r>
              <a:rPr lang="en-US" sz="2000" dirty="0">
                <a:solidFill>
                  <a:srgbClr val="000000"/>
                </a:solidFill>
              </a:rPr>
              <a:t> </a:t>
            </a:r>
          </a:p>
          <a:p>
            <a:r>
              <a:rPr lang="en-US" sz="2000" dirty="0">
                <a:solidFill>
                  <a:srgbClr val="525761"/>
                </a:solidFill>
              </a:rPr>
              <a:t>location</a:t>
            </a:r>
            <a:r>
              <a:rPr lang="en-US" sz="2000" dirty="0">
                <a:solidFill>
                  <a:srgbClr val="000000"/>
                </a:solidFill>
              </a:rPr>
              <a:t> </a:t>
            </a:r>
            <a:r>
              <a:rPr lang="en-US" sz="2000" dirty="0">
                <a:solidFill>
                  <a:srgbClr val="1F2124"/>
                </a:solidFill>
              </a:rPr>
              <a:t>=</a:t>
            </a:r>
            <a:r>
              <a:rPr lang="en-US" sz="2000" dirty="0">
                <a:solidFill>
                  <a:srgbClr val="000000"/>
                </a:solidFill>
              </a:rPr>
              <a:t> </a:t>
            </a:r>
            <a:r>
              <a:rPr lang="en-US" sz="2000" dirty="0">
                <a:solidFill>
                  <a:srgbClr val="5C4EE5"/>
                </a:solidFill>
              </a:rPr>
              <a:t>"West Europe"</a:t>
            </a:r>
            <a:r>
              <a:rPr lang="en-US" sz="2000" dirty="0">
                <a:solidFill>
                  <a:srgbClr val="000000"/>
                </a:solidFill>
              </a:rPr>
              <a:t> </a:t>
            </a:r>
          </a:p>
          <a:p>
            <a:r>
              <a:rPr lang="en-US" sz="2000" dirty="0">
                <a:solidFill>
                  <a:srgbClr val="1F2124"/>
                </a:solidFill>
              </a:rPr>
              <a:t>}</a:t>
            </a:r>
            <a:endParaRPr lang="en-US" sz="2000" dirty="0"/>
          </a:p>
          <a:p>
            <a:pPr algn="ctr"/>
            <a:endParaRPr lang="en-US"/>
          </a:p>
        </p:txBody>
      </p:sp>
      <p:sp>
        <p:nvSpPr>
          <p:cNvPr id="9" name="TextBox 8">
            <a:extLst>
              <a:ext uri="{FF2B5EF4-FFF2-40B4-BE49-F238E27FC236}">
                <a16:creationId xmlns:a16="http://schemas.microsoft.com/office/drawing/2014/main" id="{E4044CC9-68E3-562E-CD63-78ED50ECDCAE}"/>
              </a:ext>
            </a:extLst>
          </p:cNvPr>
          <p:cNvSpPr txBox="1"/>
          <p:nvPr/>
        </p:nvSpPr>
        <p:spPr>
          <a:xfrm>
            <a:off x="350520" y="3421380"/>
            <a:ext cx="1402080" cy="369332"/>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Block Name</a:t>
            </a:r>
          </a:p>
        </p:txBody>
      </p:sp>
      <p:sp>
        <p:nvSpPr>
          <p:cNvPr id="13" name="TextBox 12">
            <a:extLst>
              <a:ext uri="{FF2B5EF4-FFF2-40B4-BE49-F238E27FC236}">
                <a16:creationId xmlns:a16="http://schemas.microsoft.com/office/drawing/2014/main" id="{58FF4247-5737-C691-AD13-26F3FD69FB13}"/>
              </a:ext>
            </a:extLst>
          </p:cNvPr>
          <p:cNvSpPr txBox="1"/>
          <p:nvPr/>
        </p:nvSpPr>
        <p:spPr>
          <a:xfrm>
            <a:off x="1905000" y="1691640"/>
            <a:ext cx="3543300" cy="646331"/>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Provider = </a:t>
            </a:r>
            <a:r>
              <a:rPr lang="en-US" dirty="0" err="1"/>
              <a:t>azurerm</a:t>
            </a:r>
            <a:endParaRPr lang="en-US"/>
          </a:p>
          <a:p>
            <a:r>
              <a:rPr lang="en-US" dirty="0"/>
              <a:t>Resource = Resource Group</a:t>
            </a:r>
          </a:p>
        </p:txBody>
      </p:sp>
      <p:sp>
        <p:nvSpPr>
          <p:cNvPr id="15" name="TextBox 14">
            <a:extLst>
              <a:ext uri="{FF2B5EF4-FFF2-40B4-BE49-F238E27FC236}">
                <a16:creationId xmlns:a16="http://schemas.microsoft.com/office/drawing/2014/main" id="{E02F7B61-0F41-6877-9E32-9B43D7F472AE}"/>
              </a:ext>
            </a:extLst>
          </p:cNvPr>
          <p:cNvSpPr txBox="1"/>
          <p:nvPr/>
        </p:nvSpPr>
        <p:spPr>
          <a:xfrm>
            <a:off x="3299460" y="2613660"/>
            <a:ext cx="1714500" cy="369332"/>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aseline="0" dirty="0">
                <a:latin typeface="Aptos"/>
              </a:rPr>
              <a:t>Resource Type </a:t>
            </a:r>
            <a:endParaRPr lang="en-US" dirty="0"/>
          </a:p>
        </p:txBody>
      </p:sp>
      <p:sp>
        <p:nvSpPr>
          <p:cNvPr id="16" name="TextBox 15">
            <a:extLst>
              <a:ext uri="{FF2B5EF4-FFF2-40B4-BE49-F238E27FC236}">
                <a16:creationId xmlns:a16="http://schemas.microsoft.com/office/drawing/2014/main" id="{17A94DBF-3595-B474-B776-9F68F7FBA823}"/>
              </a:ext>
            </a:extLst>
          </p:cNvPr>
          <p:cNvSpPr txBox="1"/>
          <p:nvPr/>
        </p:nvSpPr>
        <p:spPr>
          <a:xfrm>
            <a:off x="6370320" y="2613660"/>
            <a:ext cx="1889760" cy="369332"/>
          </a:xfrm>
          <a:prstGeom prst="rect">
            <a:avLst/>
          </a:prstGeom>
          <a:solidFill>
            <a:srgbClr val="ED7D3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Resource Name</a:t>
            </a:r>
          </a:p>
        </p:txBody>
      </p:sp>
      <p:sp>
        <p:nvSpPr>
          <p:cNvPr id="17" name="TextBox 16">
            <a:extLst>
              <a:ext uri="{FF2B5EF4-FFF2-40B4-BE49-F238E27FC236}">
                <a16:creationId xmlns:a16="http://schemas.microsoft.com/office/drawing/2014/main" id="{CFF1B88D-C6E5-A92A-50F3-F91FC28AEA05}"/>
              </a:ext>
            </a:extLst>
          </p:cNvPr>
          <p:cNvSpPr txBox="1"/>
          <p:nvPr/>
        </p:nvSpPr>
        <p:spPr>
          <a:xfrm>
            <a:off x="8442960" y="4206240"/>
            <a:ext cx="2773680" cy="369332"/>
          </a:xfrm>
          <a:prstGeom prst="rect">
            <a:avLst/>
          </a:prstGeom>
          <a:solidFill>
            <a:srgbClr val="92D05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Arguments/Attributes</a:t>
            </a:r>
          </a:p>
        </p:txBody>
      </p:sp>
      <p:sp>
        <p:nvSpPr>
          <p:cNvPr id="20" name="Arrow: Left 19">
            <a:extLst>
              <a:ext uri="{FF2B5EF4-FFF2-40B4-BE49-F238E27FC236}">
                <a16:creationId xmlns:a16="http://schemas.microsoft.com/office/drawing/2014/main" id="{536F024D-30D4-BD83-AA1B-19BB9D9CFA0D}"/>
              </a:ext>
            </a:extLst>
          </p:cNvPr>
          <p:cNvSpPr/>
          <p:nvPr/>
        </p:nvSpPr>
        <p:spPr>
          <a:xfrm>
            <a:off x="5295900" y="4213860"/>
            <a:ext cx="2964180" cy="35052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47FFAFAF-1EFC-CA0F-54FA-32E7C6129CA0}"/>
              </a:ext>
            </a:extLst>
          </p:cNvPr>
          <p:cNvCxnSpPr/>
          <p:nvPr/>
        </p:nvCxnSpPr>
        <p:spPr>
          <a:xfrm flipV="1">
            <a:off x="3543300" y="3863340"/>
            <a:ext cx="2941319" cy="1524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B7BAAB9-64E6-8B8F-219D-CE4454D398D8}"/>
              </a:ext>
            </a:extLst>
          </p:cNvPr>
          <p:cNvCxnSpPr/>
          <p:nvPr/>
        </p:nvCxnSpPr>
        <p:spPr>
          <a:xfrm flipV="1">
            <a:off x="6751319" y="3863340"/>
            <a:ext cx="647700" cy="1524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23" name="Arrow: Down 22">
            <a:extLst>
              <a:ext uri="{FF2B5EF4-FFF2-40B4-BE49-F238E27FC236}">
                <a16:creationId xmlns:a16="http://schemas.microsoft.com/office/drawing/2014/main" id="{B29E488F-3634-A949-73B0-F6ACF5D0D22A}"/>
              </a:ext>
            </a:extLst>
          </p:cNvPr>
          <p:cNvSpPr/>
          <p:nvPr/>
        </p:nvSpPr>
        <p:spPr>
          <a:xfrm>
            <a:off x="4404360" y="3078480"/>
            <a:ext cx="198120" cy="441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230634F4-A690-2B3A-561F-6B9D3A337244}"/>
              </a:ext>
            </a:extLst>
          </p:cNvPr>
          <p:cNvCxnSpPr/>
          <p:nvPr/>
        </p:nvCxnSpPr>
        <p:spPr>
          <a:xfrm flipV="1">
            <a:off x="2583179" y="3832860"/>
            <a:ext cx="716280" cy="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25" name="Arrow: Left 24">
            <a:extLst>
              <a:ext uri="{FF2B5EF4-FFF2-40B4-BE49-F238E27FC236}">
                <a16:creationId xmlns:a16="http://schemas.microsoft.com/office/drawing/2014/main" id="{10E57116-91EA-4F0D-32F8-23C9F563B4A3}"/>
              </a:ext>
            </a:extLst>
          </p:cNvPr>
          <p:cNvSpPr/>
          <p:nvPr/>
        </p:nvSpPr>
        <p:spPr>
          <a:xfrm>
            <a:off x="1744980" y="3596639"/>
            <a:ext cx="708660" cy="16764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A5200F0D-E3B9-9E03-6C75-0C4293166E10}"/>
              </a:ext>
            </a:extLst>
          </p:cNvPr>
          <p:cNvSpPr/>
          <p:nvPr/>
        </p:nvSpPr>
        <p:spPr>
          <a:xfrm>
            <a:off x="6926579" y="3078480"/>
            <a:ext cx="1524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3C9796B0-06D7-C58A-4549-20A436B05A3E}"/>
              </a:ext>
            </a:extLst>
          </p:cNvPr>
          <p:cNvCxnSpPr/>
          <p:nvPr/>
        </p:nvCxnSpPr>
        <p:spPr>
          <a:xfrm>
            <a:off x="3703320" y="2438400"/>
            <a:ext cx="137160" cy="152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4086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92BD4044-5B5A-CFE7-3549-567B99A09603}"/>
              </a:ext>
            </a:extLst>
          </p:cNvPr>
          <p:cNvPicPr>
            <a:picLocks noChangeAspect="1"/>
          </p:cNvPicPr>
          <p:nvPr/>
        </p:nvPicPr>
        <p:blipFill>
          <a:blip r:embed="rId3">
            <a:alphaModFix/>
          </a:blip>
          <a:srcRect t="30312" r="-2" b="12029"/>
          <a:stretch>
            <a:fillRect/>
          </a:stretch>
        </p:blipFill>
        <p:spPr>
          <a:xfrm>
            <a:off x="-1" y="10"/>
            <a:ext cx="12191999" cy="6857985"/>
          </a:xfrm>
          <a:prstGeom prst="rect">
            <a:avLst/>
          </a:prstGeom>
        </p:spPr>
      </p:pic>
      <p:sp>
        <p:nvSpPr>
          <p:cNvPr id="37" name="Rectangle 36">
            <a:extLst>
              <a:ext uri="{FF2B5EF4-FFF2-40B4-BE49-F238E27FC236}">
                <a16:creationId xmlns:a16="http://schemas.microsoft.com/office/drawing/2014/main" id="{D50741CA-59A3-4426-8205-D763C968E8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F57CE2-0DCB-B156-4477-C996C496B69E}"/>
              </a:ext>
            </a:extLst>
          </p:cNvPr>
          <p:cNvSpPr>
            <a:spLocks noGrp="1"/>
          </p:cNvSpPr>
          <p:nvPr>
            <p:ph type="ctrTitle"/>
          </p:nvPr>
        </p:nvSpPr>
        <p:spPr>
          <a:xfrm>
            <a:off x="914400" y="2583874"/>
            <a:ext cx="5296829" cy="2884767"/>
          </a:xfrm>
        </p:spPr>
        <p:txBody>
          <a:bodyPr anchor="b">
            <a:normAutofit/>
          </a:bodyPr>
          <a:lstStyle/>
          <a:p>
            <a:r>
              <a:rPr lang="en-US">
                <a:solidFill>
                  <a:srgbClr val="FFFFFF"/>
                </a:solidFill>
              </a:rPr>
              <a:t>Variables</a:t>
            </a:r>
          </a:p>
        </p:txBody>
      </p:sp>
      <p:cxnSp>
        <p:nvCxnSpPr>
          <p:cNvPr id="38" name="Straight Connector 37">
            <a:extLst>
              <a:ext uri="{FF2B5EF4-FFF2-40B4-BE49-F238E27FC236}">
                <a16:creationId xmlns:a16="http://schemas.microsoft.com/office/drawing/2014/main" id="{B05D162C-996E-4B39-A3EF-DB9D0EEF2E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7529" y="5832424"/>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670025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C5F9B4-60C4-CFE5-92F1-9C851CFEC6CB}"/>
              </a:ext>
            </a:extLst>
          </p:cNvPr>
          <p:cNvSpPr>
            <a:spLocks noGrp="1"/>
          </p:cNvSpPr>
          <p:nvPr>
            <p:ph type="title"/>
          </p:nvPr>
        </p:nvSpPr>
        <p:spPr>
          <a:xfrm>
            <a:off x="640080" y="914399"/>
            <a:ext cx="3000587" cy="4160520"/>
          </a:xfrm>
        </p:spPr>
        <p:txBody>
          <a:bodyPr anchor="t">
            <a:normAutofit/>
          </a:bodyPr>
          <a:lstStyle/>
          <a:p>
            <a:r>
              <a:rPr lang="en-US" sz="3600" b="0">
                <a:ea typeface="+mj-lt"/>
                <a:cs typeface="+mj-lt"/>
              </a:rPr>
              <a:t>What Are Terraform Variables?</a:t>
            </a:r>
            <a:endParaRPr lang="en-US" sz="360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C69B4A9-30DE-9FF9-1B55-5E5617FD6A99}"/>
              </a:ext>
            </a:extLst>
          </p:cNvPr>
          <p:cNvGraphicFramePr>
            <a:graphicFrameLocks noGrp="1"/>
          </p:cNvGraphicFramePr>
          <p:nvPr>
            <p:ph idx="1"/>
            <p:extLst>
              <p:ext uri="{D42A27DB-BD31-4B8C-83A1-F6EECF244321}">
                <p14:modId xmlns:p14="http://schemas.microsoft.com/office/powerpoint/2010/main" val="2369764525"/>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0080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DC7C3A-ED14-F96B-54EC-BA08EEEB8C5B}"/>
              </a:ext>
            </a:extLst>
          </p:cNvPr>
          <p:cNvSpPr>
            <a:spLocks noGrp="1"/>
          </p:cNvSpPr>
          <p:nvPr>
            <p:ph type="title"/>
          </p:nvPr>
        </p:nvSpPr>
        <p:spPr>
          <a:xfrm>
            <a:off x="640080" y="914399"/>
            <a:ext cx="3000587" cy="4160520"/>
          </a:xfrm>
        </p:spPr>
        <p:txBody>
          <a:bodyPr anchor="t">
            <a:normAutofit/>
          </a:bodyPr>
          <a:lstStyle/>
          <a:p>
            <a:r>
              <a:rPr lang="en-US" sz="3600" b="0">
                <a:ea typeface="+mj-lt"/>
                <a:cs typeface="+mj-lt"/>
              </a:rPr>
              <a:t>Why Use Variables?</a:t>
            </a:r>
            <a:endParaRPr lang="en-US" sz="360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22AA3AC-F142-4434-EDF2-D07FFA12BE96}"/>
              </a:ext>
            </a:extLst>
          </p:cNvPr>
          <p:cNvGraphicFramePr>
            <a:graphicFrameLocks noGrp="1"/>
          </p:cNvGraphicFramePr>
          <p:nvPr>
            <p:ph idx="1"/>
            <p:extLst>
              <p:ext uri="{D42A27DB-BD31-4B8C-83A1-F6EECF244321}">
                <p14:modId xmlns:p14="http://schemas.microsoft.com/office/powerpoint/2010/main" val="399536643"/>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373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2115C-B1F7-FB6C-CF05-7126B75C56E3}"/>
              </a:ext>
            </a:extLst>
          </p:cNvPr>
          <p:cNvSpPr>
            <a:spLocks noGrp="1"/>
          </p:cNvSpPr>
          <p:nvPr>
            <p:ph type="title"/>
          </p:nvPr>
        </p:nvSpPr>
        <p:spPr/>
        <p:txBody>
          <a:bodyPr/>
          <a:lstStyle/>
          <a:p>
            <a:r>
              <a:rPr lang="en-US" b="0" dirty="0">
                <a:ea typeface="+mj-lt"/>
                <a:cs typeface="+mj-lt"/>
              </a:rPr>
              <a:t>Declaring Variables</a:t>
            </a:r>
            <a:endParaRPr lang="en-US" dirty="0">
              <a:ea typeface="+mj-lt"/>
              <a:cs typeface="+mj-lt"/>
            </a:endParaRPr>
          </a:p>
        </p:txBody>
      </p:sp>
      <p:sp>
        <p:nvSpPr>
          <p:cNvPr id="3" name="Content Placeholder 2">
            <a:extLst>
              <a:ext uri="{FF2B5EF4-FFF2-40B4-BE49-F238E27FC236}">
                <a16:creationId xmlns:a16="http://schemas.microsoft.com/office/drawing/2014/main" id="{DAC9FE0F-8C4B-FAAD-B002-DC635EAA0F31}"/>
              </a:ext>
            </a:extLst>
          </p:cNvPr>
          <p:cNvSpPr>
            <a:spLocks noGrp="1"/>
          </p:cNvSpPr>
          <p:nvPr>
            <p:ph idx="1"/>
          </p:nvPr>
        </p:nvSpPr>
        <p:spPr>
          <a:xfrm>
            <a:off x="640080" y="2633472"/>
            <a:ext cx="5402599" cy="2408692"/>
          </a:xfrm>
          <a:solidFill>
            <a:schemeClr val="tx1"/>
          </a:solidFill>
        </p:spPr>
        <p:txBody>
          <a:bodyPr vert="horz" lIns="91440" tIns="45720" rIns="91440" bIns="45720" rtlCol="0" anchor="t">
            <a:normAutofit lnSpcReduction="10000"/>
          </a:bodyPr>
          <a:lstStyle/>
          <a:p>
            <a:pPr marL="0" indent="0">
              <a:buNone/>
            </a:pPr>
            <a:r>
              <a:rPr lang="en-US" dirty="0">
                <a:solidFill>
                  <a:schemeClr val="bg1"/>
                </a:solidFill>
                <a:ea typeface="+mn-lt"/>
                <a:cs typeface="+mn-lt"/>
              </a:rPr>
              <a:t>variable "location" {</a:t>
            </a:r>
            <a:endParaRPr lang="en-US">
              <a:solidFill>
                <a:schemeClr val="bg1"/>
              </a:solidFill>
            </a:endParaRPr>
          </a:p>
          <a:p>
            <a:pPr marL="0" indent="0">
              <a:buNone/>
            </a:pPr>
            <a:r>
              <a:rPr lang="en-US" dirty="0">
                <a:solidFill>
                  <a:schemeClr val="bg1"/>
                </a:solidFill>
                <a:ea typeface="+mn-lt"/>
                <a:cs typeface="+mn-lt"/>
              </a:rPr>
              <a:t>  type        = string</a:t>
            </a:r>
            <a:endParaRPr lang="en-US">
              <a:solidFill>
                <a:schemeClr val="bg1"/>
              </a:solidFill>
            </a:endParaRPr>
          </a:p>
          <a:p>
            <a:pPr marL="0" indent="0">
              <a:buNone/>
            </a:pPr>
            <a:r>
              <a:rPr lang="en-US" dirty="0">
                <a:solidFill>
                  <a:schemeClr val="bg1"/>
                </a:solidFill>
                <a:ea typeface="+mn-lt"/>
                <a:cs typeface="+mn-lt"/>
              </a:rPr>
              <a:t>  description = "Azure region"</a:t>
            </a:r>
            <a:endParaRPr lang="en-US">
              <a:solidFill>
                <a:schemeClr val="bg1"/>
              </a:solidFill>
            </a:endParaRPr>
          </a:p>
          <a:p>
            <a:pPr marL="0" indent="0">
              <a:buNone/>
            </a:pPr>
            <a:r>
              <a:rPr lang="en-US" dirty="0">
                <a:solidFill>
                  <a:schemeClr val="bg1"/>
                </a:solidFill>
                <a:ea typeface="+mn-lt"/>
                <a:cs typeface="+mn-lt"/>
              </a:rPr>
              <a:t>  default     = "</a:t>
            </a:r>
            <a:r>
              <a:rPr lang="en-US" err="1">
                <a:solidFill>
                  <a:schemeClr val="bg1"/>
                </a:solidFill>
                <a:ea typeface="+mn-lt"/>
                <a:cs typeface="+mn-lt"/>
              </a:rPr>
              <a:t>eastus</a:t>
            </a:r>
            <a:r>
              <a:rPr lang="en-US" dirty="0">
                <a:solidFill>
                  <a:schemeClr val="bg1"/>
                </a:solidFill>
                <a:ea typeface="+mn-lt"/>
                <a:cs typeface="+mn-lt"/>
              </a:rPr>
              <a:t>"</a:t>
            </a:r>
            <a:endParaRPr lang="en-US">
              <a:solidFill>
                <a:schemeClr val="bg1"/>
              </a:solidFill>
            </a:endParaRPr>
          </a:p>
          <a:p>
            <a:pPr marL="0" indent="0">
              <a:buNone/>
            </a:pPr>
            <a:r>
              <a:rPr lang="en-US" dirty="0">
                <a:solidFill>
                  <a:schemeClr val="bg1"/>
                </a:solidFill>
                <a:ea typeface="+mn-lt"/>
                <a:cs typeface="+mn-lt"/>
              </a:rPr>
              <a:t>}</a:t>
            </a:r>
            <a:endParaRPr lang="en-US" dirty="0">
              <a:solidFill>
                <a:schemeClr val="bg1"/>
              </a:solidFill>
            </a:endParaRPr>
          </a:p>
          <a:p>
            <a:endParaRPr lang="en-US" dirty="0"/>
          </a:p>
        </p:txBody>
      </p:sp>
    </p:spTree>
    <p:extLst>
      <p:ext uri="{BB962C8B-B14F-4D97-AF65-F5344CB8AC3E}">
        <p14:creationId xmlns:p14="http://schemas.microsoft.com/office/powerpoint/2010/main" val="4243816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F4E1B-0498-03A3-FFE1-6C261EB1DA63}"/>
              </a:ext>
            </a:extLst>
          </p:cNvPr>
          <p:cNvSpPr>
            <a:spLocks noGrp="1"/>
          </p:cNvSpPr>
          <p:nvPr>
            <p:ph type="title"/>
          </p:nvPr>
        </p:nvSpPr>
        <p:spPr/>
        <p:txBody>
          <a:bodyPr/>
          <a:lstStyle/>
          <a:p>
            <a:r>
              <a:rPr lang="en-US" b="0" dirty="0">
                <a:ea typeface="+mj-lt"/>
                <a:cs typeface="+mj-lt"/>
              </a:rPr>
              <a:t>Referencing Variables</a:t>
            </a:r>
            <a:endParaRPr lang="en-US" dirty="0"/>
          </a:p>
        </p:txBody>
      </p:sp>
      <p:sp>
        <p:nvSpPr>
          <p:cNvPr id="3" name="Content Placeholder 2">
            <a:extLst>
              <a:ext uri="{FF2B5EF4-FFF2-40B4-BE49-F238E27FC236}">
                <a16:creationId xmlns:a16="http://schemas.microsoft.com/office/drawing/2014/main" id="{7684DCE0-5F46-B233-C17E-41DFF77E64AA}"/>
              </a:ext>
            </a:extLst>
          </p:cNvPr>
          <p:cNvSpPr>
            <a:spLocks noGrp="1"/>
          </p:cNvSpPr>
          <p:nvPr>
            <p:ph idx="1"/>
          </p:nvPr>
        </p:nvSpPr>
        <p:spPr>
          <a:xfrm>
            <a:off x="3396099" y="3124856"/>
            <a:ext cx="4025807" cy="1159094"/>
          </a:xfrm>
          <a:solidFill>
            <a:schemeClr val="tx1"/>
          </a:solidFill>
        </p:spPr>
        <p:txBody>
          <a:bodyPr vert="horz" lIns="91440" tIns="45720" rIns="91440" bIns="45720" rtlCol="0" anchor="t">
            <a:normAutofit/>
          </a:bodyPr>
          <a:lstStyle/>
          <a:p>
            <a:r>
              <a:rPr lang="en-US" dirty="0">
                <a:ea typeface="+mn-lt"/>
                <a:cs typeface="+mn-lt"/>
              </a:rPr>
              <a:t>Variables are used with </a:t>
            </a:r>
            <a:r>
              <a:rPr lang="en-US" dirty="0">
                <a:latin typeface="Consolas"/>
              </a:rPr>
              <a:t>var.&lt;n</a:t>
            </a:r>
          </a:p>
          <a:p>
            <a:pPr>
              <a:buNone/>
            </a:pPr>
            <a:r>
              <a:rPr lang="en-US" dirty="0">
                <a:solidFill>
                  <a:schemeClr val="bg1"/>
                </a:solidFill>
                <a:ea typeface="+mn-lt"/>
                <a:cs typeface="+mn-lt"/>
              </a:rPr>
              <a:t>location = </a:t>
            </a:r>
            <a:r>
              <a:rPr lang="en-US" err="1">
                <a:solidFill>
                  <a:schemeClr val="bg1"/>
                </a:solidFill>
                <a:ea typeface="+mn-lt"/>
                <a:cs typeface="+mn-lt"/>
              </a:rPr>
              <a:t>var.location</a:t>
            </a:r>
            <a:endParaRPr lang="en-US">
              <a:solidFill>
                <a:schemeClr val="bg1"/>
              </a:solidFill>
            </a:endParaRPr>
          </a:p>
          <a:p>
            <a:pPr marL="0" indent="0">
              <a:buNone/>
            </a:pPr>
            <a:endParaRPr lang="en-US" dirty="0">
              <a:latin typeface="Consolas"/>
            </a:endParaRPr>
          </a:p>
        </p:txBody>
      </p:sp>
    </p:spTree>
    <p:extLst>
      <p:ext uri="{BB962C8B-B14F-4D97-AF65-F5344CB8AC3E}">
        <p14:creationId xmlns:p14="http://schemas.microsoft.com/office/powerpoint/2010/main" val="3324544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BBC3D5-2E01-72C2-8249-7B2E3989A3F6}"/>
              </a:ext>
            </a:extLst>
          </p:cNvPr>
          <p:cNvSpPr>
            <a:spLocks noGrp="1"/>
          </p:cNvSpPr>
          <p:nvPr>
            <p:ph type="title"/>
          </p:nvPr>
        </p:nvSpPr>
        <p:spPr>
          <a:xfrm>
            <a:off x="640080" y="570750"/>
            <a:ext cx="10890929" cy="1387934"/>
          </a:xfrm>
        </p:spPr>
        <p:txBody>
          <a:bodyPr anchor="b">
            <a:normAutofit/>
          </a:bodyPr>
          <a:lstStyle/>
          <a:p>
            <a:r>
              <a:rPr lang="en-US" b="0" dirty="0">
                <a:ea typeface="+mj-lt"/>
                <a:cs typeface="+mj-lt"/>
              </a:rPr>
              <a:t>Passing Variables (3 Ways)</a:t>
            </a:r>
            <a:endParaRPr lang="en-US" dirty="0"/>
          </a:p>
        </p:txBody>
      </p:sp>
      <p:sp>
        <p:nvSpPr>
          <p:cNvPr id="17" name="Content Placeholder 2">
            <a:extLst>
              <a:ext uri="{FF2B5EF4-FFF2-40B4-BE49-F238E27FC236}">
                <a16:creationId xmlns:a16="http://schemas.microsoft.com/office/drawing/2014/main" id="{3ED8E71D-3837-E7C9-933A-BE0195414967}"/>
              </a:ext>
            </a:extLst>
          </p:cNvPr>
          <p:cNvSpPr>
            <a:spLocks noGrp="1"/>
          </p:cNvSpPr>
          <p:nvPr>
            <p:ph idx="1"/>
          </p:nvPr>
        </p:nvSpPr>
        <p:spPr>
          <a:xfrm>
            <a:off x="640080" y="2761673"/>
            <a:ext cx="10890929" cy="3536241"/>
          </a:xfrm>
        </p:spPr>
        <p:txBody>
          <a:bodyPr vert="horz" lIns="91440" tIns="45720" rIns="91440" bIns="45720" rtlCol="0">
            <a:normAutofit/>
          </a:bodyPr>
          <a:lstStyle/>
          <a:p>
            <a:pPr marL="457200" indent="-457200">
              <a:buAutoNum type="arabicPeriod"/>
            </a:pPr>
            <a:r>
              <a:rPr lang="en-US" b="1">
                <a:ea typeface="+mn-lt"/>
                <a:cs typeface="+mn-lt"/>
              </a:rPr>
              <a:t>CLI</a:t>
            </a:r>
            <a:br>
              <a:rPr lang="en-US" b="1">
                <a:ea typeface="+mn-lt"/>
                <a:cs typeface="+mn-lt"/>
              </a:rPr>
            </a:br>
            <a:r>
              <a:rPr lang="en-US" b="1">
                <a:ea typeface="+mn-lt"/>
                <a:cs typeface="+mn-lt"/>
              </a:rPr>
              <a:t> </a:t>
            </a:r>
            <a:r>
              <a:rPr lang="en-US">
                <a:latin typeface="Consolas"/>
              </a:rPr>
              <a:t>terraform apply -var="location=</a:t>
            </a:r>
            <a:r>
              <a:rPr lang="en-US" err="1">
                <a:latin typeface="Consolas"/>
              </a:rPr>
              <a:t>westus</a:t>
            </a:r>
            <a:r>
              <a:rPr lang="en-US">
                <a:latin typeface="Consolas"/>
              </a:rPr>
              <a:t>"</a:t>
            </a:r>
            <a:endParaRPr lang="en-US"/>
          </a:p>
          <a:p>
            <a:pPr marL="457200" indent="-457200">
              <a:buAutoNum type="arabicPeriod"/>
            </a:pPr>
            <a:r>
              <a:rPr lang="en-US" b="1">
                <a:ea typeface="+mn-lt"/>
                <a:cs typeface="+mn-lt"/>
              </a:rPr>
              <a:t>TFVARS file</a:t>
            </a:r>
            <a:br>
              <a:rPr lang="en-US" b="1">
                <a:ea typeface="+mn-lt"/>
                <a:cs typeface="+mn-lt"/>
              </a:rPr>
            </a:br>
            <a:r>
              <a:rPr lang="en-US" b="1">
                <a:ea typeface="+mn-lt"/>
                <a:cs typeface="+mn-lt"/>
              </a:rPr>
              <a:t> </a:t>
            </a:r>
            <a:r>
              <a:rPr lang="en-US">
                <a:latin typeface="Consolas"/>
              </a:rPr>
              <a:t>terraform apply -var-file="</a:t>
            </a:r>
            <a:r>
              <a:rPr lang="en-US" err="1">
                <a:latin typeface="Consolas"/>
              </a:rPr>
              <a:t>dev.tfvars</a:t>
            </a:r>
            <a:r>
              <a:rPr lang="en-US">
                <a:latin typeface="Consolas"/>
              </a:rPr>
              <a:t>"</a:t>
            </a:r>
            <a:endParaRPr lang="en-US"/>
          </a:p>
          <a:p>
            <a:pPr marL="457200" indent="-457200">
              <a:buAutoNum type="arabicPeriod"/>
            </a:pPr>
            <a:r>
              <a:rPr lang="en-US" b="1">
                <a:ea typeface="+mn-lt"/>
                <a:cs typeface="+mn-lt"/>
              </a:rPr>
              <a:t>Environment variables</a:t>
            </a:r>
            <a:br>
              <a:rPr lang="en-US" b="1">
                <a:ea typeface="+mn-lt"/>
                <a:cs typeface="+mn-lt"/>
              </a:rPr>
            </a:br>
            <a:r>
              <a:rPr lang="en-US" b="1">
                <a:ea typeface="+mn-lt"/>
                <a:cs typeface="+mn-lt"/>
              </a:rPr>
              <a:t> </a:t>
            </a:r>
            <a:r>
              <a:rPr lang="en-US">
                <a:latin typeface="Consolas"/>
              </a:rPr>
              <a:t>export </a:t>
            </a:r>
            <a:r>
              <a:rPr lang="en-US" err="1">
                <a:latin typeface="Consolas"/>
              </a:rPr>
              <a:t>TF_VAR_location</a:t>
            </a:r>
            <a:r>
              <a:rPr lang="en-US">
                <a:latin typeface="Consolas"/>
              </a:rPr>
              <a:t>="</a:t>
            </a:r>
            <a:r>
              <a:rPr lang="en-US" err="1">
                <a:latin typeface="Consolas"/>
              </a:rPr>
              <a:t>centralus</a:t>
            </a:r>
            <a:r>
              <a:rPr lang="en-US">
                <a:latin typeface="Consolas"/>
              </a:rPr>
              <a:t>"</a:t>
            </a:r>
            <a:endParaRPr lang="en-US"/>
          </a:p>
          <a:p>
            <a:pPr marL="0" indent="0">
              <a:buNone/>
            </a:pPr>
            <a:endParaRPr lang="en-US"/>
          </a:p>
        </p:txBody>
      </p:sp>
      <p:cxnSp>
        <p:nvCxnSpPr>
          <p:cNvPr id="10" name="Straight Connector 9">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9283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5228CF-6FE0-BC8A-B040-E70631C02036}"/>
              </a:ext>
            </a:extLst>
          </p:cNvPr>
          <p:cNvSpPr/>
          <p:nvPr/>
        </p:nvSpPr>
        <p:spPr>
          <a:xfrm>
            <a:off x="713772" y="4707038"/>
            <a:ext cx="3935392" cy="88739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3A3AD58-D271-0870-D2AE-0482A0FF5E95}"/>
              </a:ext>
            </a:extLst>
          </p:cNvPr>
          <p:cNvSpPr/>
          <p:nvPr/>
        </p:nvSpPr>
        <p:spPr>
          <a:xfrm>
            <a:off x="713772" y="3260202"/>
            <a:ext cx="3993265" cy="79093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16F9F-788C-F229-A065-FAAAC4C4A6E0}"/>
              </a:ext>
            </a:extLst>
          </p:cNvPr>
          <p:cNvSpPr>
            <a:spLocks noGrp="1"/>
          </p:cNvSpPr>
          <p:nvPr>
            <p:ph type="title"/>
          </p:nvPr>
        </p:nvSpPr>
        <p:spPr/>
        <p:txBody>
          <a:bodyPr/>
          <a:lstStyle/>
          <a:p>
            <a:r>
              <a:rPr lang="en-US" b="0" dirty="0">
                <a:ea typeface="+mj-lt"/>
                <a:cs typeface="+mj-lt"/>
              </a:rPr>
              <a:t>TFVARS File Example</a:t>
            </a:r>
            <a:endParaRPr lang="en-US" dirty="0">
              <a:ea typeface="+mj-lt"/>
              <a:cs typeface="+mj-lt"/>
            </a:endParaRPr>
          </a:p>
        </p:txBody>
      </p:sp>
      <p:sp>
        <p:nvSpPr>
          <p:cNvPr id="3" name="Content Placeholder 2">
            <a:extLst>
              <a:ext uri="{FF2B5EF4-FFF2-40B4-BE49-F238E27FC236}">
                <a16:creationId xmlns:a16="http://schemas.microsoft.com/office/drawing/2014/main" id="{6DB65383-13A3-8A0E-2E87-66F8F48473A1}"/>
              </a:ext>
            </a:extLst>
          </p:cNvPr>
          <p:cNvSpPr>
            <a:spLocks noGrp="1"/>
          </p:cNvSpPr>
          <p:nvPr>
            <p:ph idx="1"/>
          </p:nvPr>
        </p:nvSpPr>
        <p:spPr/>
        <p:txBody>
          <a:bodyPr vert="horz" lIns="91440" tIns="45720" rIns="91440" bIns="45720" rtlCol="0" anchor="t">
            <a:normAutofit/>
          </a:bodyPr>
          <a:lstStyle/>
          <a:p>
            <a:r>
              <a:rPr lang="en-US" dirty="0" err="1">
                <a:ea typeface="+mn-lt"/>
                <a:cs typeface="+mn-lt"/>
              </a:rPr>
              <a:t>dev.tfvars</a:t>
            </a:r>
            <a:endParaRPr lang="en-US">
              <a:ea typeface="+mn-lt"/>
              <a:cs typeface="+mn-lt"/>
            </a:endParaRPr>
          </a:p>
          <a:p>
            <a:pPr>
              <a:buNone/>
            </a:pPr>
            <a:r>
              <a:rPr lang="en-US" b="1" dirty="0">
                <a:solidFill>
                  <a:schemeClr val="bg1"/>
                </a:solidFill>
                <a:ea typeface="+mn-lt"/>
                <a:cs typeface="+mn-lt"/>
              </a:rPr>
              <a:t>location = "</a:t>
            </a:r>
            <a:r>
              <a:rPr lang="en-US" b="1" err="1">
                <a:solidFill>
                  <a:schemeClr val="bg1"/>
                </a:solidFill>
                <a:ea typeface="+mn-lt"/>
                <a:cs typeface="+mn-lt"/>
              </a:rPr>
              <a:t>eastus</a:t>
            </a:r>
            <a:r>
              <a:rPr lang="en-US" b="1" dirty="0">
                <a:solidFill>
                  <a:schemeClr val="bg1"/>
                </a:solidFill>
                <a:ea typeface="+mn-lt"/>
                <a:cs typeface="+mn-lt"/>
              </a:rPr>
              <a:t>"</a:t>
            </a:r>
          </a:p>
          <a:p>
            <a:pPr>
              <a:buNone/>
            </a:pPr>
            <a:r>
              <a:rPr lang="en-US" b="1" err="1">
                <a:solidFill>
                  <a:schemeClr val="bg1"/>
                </a:solidFill>
                <a:ea typeface="+mn-lt"/>
                <a:cs typeface="+mn-lt"/>
              </a:rPr>
              <a:t>resource_group_name</a:t>
            </a:r>
            <a:r>
              <a:rPr lang="en-US" b="1" dirty="0">
                <a:solidFill>
                  <a:schemeClr val="bg1"/>
                </a:solidFill>
                <a:ea typeface="+mn-lt"/>
                <a:cs typeface="+mn-lt"/>
              </a:rPr>
              <a:t> = "</a:t>
            </a:r>
            <a:r>
              <a:rPr lang="en-US" b="1" err="1">
                <a:solidFill>
                  <a:schemeClr val="bg1"/>
                </a:solidFill>
                <a:ea typeface="+mn-lt"/>
                <a:cs typeface="+mn-lt"/>
              </a:rPr>
              <a:t>rg</a:t>
            </a:r>
            <a:r>
              <a:rPr lang="en-US" b="1" dirty="0">
                <a:solidFill>
                  <a:schemeClr val="bg1"/>
                </a:solidFill>
                <a:ea typeface="+mn-lt"/>
                <a:cs typeface="+mn-lt"/>
              </a:rPr>
              <a:t>-dev"</a:t>
            </a:r>
          </a:p>
          <a:p>
            <a:r>
              <a:rPr lang="en-US" dirty="0" err="1">
                <a:ea typeface="+mn-lt"/>
                <a:cs typeface="+mn-lt"/>
              </a:rPr>
              <a:t>Prod.tfvars</a:t>
            </a:r>
            <a:endParaRPr lang="en-US">
              <a:ea typeface="+mn-lt"/>
              <a:cs typeface="+mn-lt"/>
            </a:endParaRPr>
          </a:p>
          <a:p>
            <a:pPr>
              <a:buNone/>
            </a:pPr>
            <a:r>
              <a:rPr lang="en-US" dirty="0">
                <a:solidFill>
                  <a:schemeClr val="bg1"/>
                </a:solidFill>
                <a:ea typeface="+mn-lt"/>
                <a:cs typeface="+mn-lt"/>
              </a:rPr>
              <a:t>location = "</a:t>
            </a:r>
            <a:r>
              <a:rPr lang="en-US" err="1">
                <a:solidFill>
                  <a:schemeClr val="bg1"/>
                </a:solidFill>
                <a:ea typeface="+mn-lt"/>
                <a:cs typeface="+mn-lt"/>
              </a:rPr>
              <a:t>centralus</a:t>
            </a:r>
            <a:r>
              <a:rPr lang="en-US" dirty="0">
                <a:solidFill>
                  <a:schemeClr val="bg1"/>
                </a:solidFill>
                <a:ea typeface="+mn-lt"/>
                <a:cs typeface="+mn-lt"/>
              </a:rPr>
              <a:t>"</a:t>
            </a:r>
            <a:endParaRPr lang="en-US">
              <a:solidFill>
                <a:schemeClr val="bg1"/>
              </a:solidFill>
            </a:endParaRPr>
          </a:p>
          <a:p>
            <a:pPr>
              <a:buNone/>
            </a:pPr>
            <a:r>
              <a:rPr lang="en-US" err="1">
                <a:solidFill>
                  <a:schemeClr val="bg1"/>
                </a:solidFill>
                <a:ea typeface="+mn-lt"/>
                <a:cs typeface="+mn-lt"/>
              </a:rPr>
              <a:t>resource_group_name</a:t>
            </a:r>
            <a:r>
              <a:rPr lang="en-US" dirty="0">
                <a:solidFill>
                  <a:schemeClr val="bg1"/>
                </a:solidFill>
                <a:ea typeface="+mn-lt"/>
                <a:cs typeface="+mn-lt"/>
              </a:rPr>
              <a:t> = "</a:t>
            </a:r>
            <a:r>
              <a:rPr lang="en-US" err="1">
                <a:solidFill>
                  <a:schemeClr val="bg1"/>
                </a:solidFill>
                <a:ea typeface="+mn-lt"/>
                <a:cs typeface="+mn-lt"/>
              </a:rPr>
              <a:t>rg</a:t>
            </a:r>
            <a:r>
              <a:rPr lang="en-US" dirty="0">
                <a:solidFill>
                  <a:schemeClr val="bg1"/>
                </a:solidFill>
                <a:ea typeface="+mn-lt"/>
                <a:cs typeface="+mn-lt"/>
              </a:rPr>
              <a:t>-prod"</a:t>
            </a:r>
            <a:endParaRPr lang="en-US" dirty="0">
              <a:solidFill>
                <a:schemeClr val="bg1"/>
              </a:solidFill>
            </a:endParaRPr>
          </a:p>
          <a:p>
            <a:pPr marL="0" indent="0">
              <a:buNone/>
            </a:pPr>
            <a:endParaRPr lang="en-US" dirty="0">
              <a:ea typeface="+mn-lt"/>
              <a:cs typeface="+mn-lt"/>
            </a:endParaRP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9415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40B4FC-C448-E3B8-F1BE-3E124719BCBE}"/>
              </a:ext>
            </a:extLst>
          </p:cNvPr>
          <p:cNvSpPr/>
          <p:nvPr/>
        </p:nvSpPr>
        <p:spPr>
          <a:xfrm>
            <a:off x="713772" y="4591291"/>
            <a:ext cx="4147594" cy="142754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2C7DCAD-E2A2-37CD-E57A-7D5E4711AE78}"/>
              </a:ext>
            </a:extLst>
          </p:cNvPr>
          <p:cNvSpPr/>
          <p:nvPr/>
        </p:nvSpPr>
        <p:spPr>
          <a:xfrm>
            <a:off x="636606" y="3009416"/>
            <a:ext cx="3646025" cy="113817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212D00D7-9A7B-1B30-C02B-6CC667565D18}"/>
              </a:ext>
            </a:extLst>
          </p:cNvPr>
          <p:cNvSpPr>
            <a:spLocks noGrp="1"/>
          </p:cNvSpPr>
          <p:nvPr>
            <p:ph type="title"/>
          </p:nvPr>
        </p:nvSpPr>
        <p:spPr/>
        <p:txBody>
          <a:bodyPr/>
          <a:lstStyle/>
          <a:p>
            <a:r>
              <a:rPr lang="en-US" b="0" dirty="0">
                <a:ea typeface="+mj-lt"/>
                <a:cs typeface="+mj-lt"/>
              </a:rPr>
              <a:t>Real-Time Use Case</a:t>
            </a:r>
            <a:endParaRPr lang="en-US" dirty="0">
              <a:ea typeface="+mj-lt"/>
              <a:cs typeface="+mj-lt"/>
            </a:endParaRPr>
          </a:p>
        </p:txBody>
      </p:sp>
      <p:sp>
        <p:nvSpPr>
          <p:cNvPr id="3" name="Content Placeholder 2">
            <a:extLst>
              <a:ext uri="{FF2B5EF4-FFF2-40B4-BE49-F238E27FC236}">
                <a16:creationId xmlns:a16="http://schemas.microsoft.com/office/drawing/2014/main" id="{CF6110BD-9720-5F7E-782D-2F1FD7B11C37}"/>
              </a:ext>
            </a:extLst>
          </p:cNvPr>
          <p:cNvSpPr>
            <a:spLocks noGrp="1"/>
          </p:cNvSpPr>
          <p:nvPr>
            <p:ph idx="1"/>
          </p:nvPr>
        </p:nvSpPr>
        <p:spPr/>
        <p:txBody>
          <a:bodyPr vert="horz" lIns="91440" tIns="45720" rIns="91440" bIns="45720" rtlCol="0" anchor="t">
            <a:normAutofit fontScale="85000" lnSpcReduction="20000"/>
          </a:bodyPr>
          <a:lstStyle/>
          <a:p>
            <a:r>
              <a:rPr lang="en-US" dirty="0">
                <a:ea typeface="+mn-lt"/>
                <a:cs typeface="+mn-lt"/>
              </a:rPr>
              <a:t>Variables.tf</a:t>
            </a:r>
          </a:p>
          <a:p>
            <a:pPr>
              <a:buNone/>
            </a:pPr>
            <a:r>
              <a:rPr lang="en-US" dirty="0">
                <a:solidFill>
                  <a:schemeClr val="bg1"/>
                </a:solidFill>
                <a:ea typeface="+mn-lt"/>
                <a:cs typeface="+mn-lt"/>
              </a:rPr>
              <a:t>variable "</a:t>
            </a:r>
            <a:r>
              <a:rPr lang="en-US" err="1">
                <a:solidFill>
                  <a:schemeClr val="bg1"/>
                </a:solidFill>
                <a:ea typeface="+mn-lt"/>
                <a:cs typeface="+mn-lt"/>
              </a:rPr>
              <a:t>resource_group_name</a:t>
            </a:r>
            <a:r>
              <a:rPr lang="en-US" dirty="0">
                <a:solidFill>
                  <a:schemeClr val="bg1"/>
                </a:solidFill>
                <a:ea typeface="+mn-lt"/>
                <a:cs typeface="+mn-lt"/>
              </a:rPr>
              <a:t>" {</a:t>
            </a:r>
            <a:endParaRPr lang="en-US">
              <a:solidFill>
                <a:schemeClr val="bg1"/>
              </a:solidFill>
            </a:endParaRPr>
          </a:p>
          <a:p>
            <a:pPr>
              <a:buNone/>
            </a:pPr>
            <a:r>
              <a:rPr lang="en-US" dirty="0">
                <a:solidFill>
                  <a:schemeClr val="bg1"/>
                </a:solidFill>
                <a:ea typeface="+mn-lt"/>
                <a:cs typeface="+mn-lt"/>
              </a:rPr>
              <a:t>  type = string</a:t>
            </a:r>
            <a:endParaRPr lang="en-US">
              <a:solidFill>
                <a:schemeClr val="bg1"/>
              </a:solidFill>
            </a:endParaRPr>
          </a:p>
          <a:p>
            <a:pPr>
              <a:buNone/>
            </a:pPr>
            <a:r>
              <a:rPr lang="en-US" dirty="0">
                <a:solidFill>
                  <a:schemeClr val="bg1"/>
                </a:solidFill>
                <a:ea typeface="+mn-lt"/>
                <a:cs typeface="+mn-lt"/>
              </a:rPr>
              <a:t>}</a:t>
            </a:r>
            <a:endParaRPr lang="en-US" dirty="0">
              <a:solidFill>
                <a:schemeClr val="bg1"/>
              </a:solidFill>
            </a:endParaRPr>
          </a:p>
          <a:p>
            <a:pPr marL="0" indent="0">
              <a:buNone/>
            </a:pPr>
            <a:r>
              <a:rPr lang="en-US" dirty="0">
                <a:ea typeface="+mn-lt"/>
                <a:cs typeface="+mn-lt"/>
              </a:rPr>
              <a:t>Main.tf</a:t>
            </a:r>
            <a:endParaRPr lang="en-US" dirty="0"/>
          </a:p>
          <a:p>
            <a:pPr>
              <a:buNone/>
            </a:pPr>
            <a:r>
              <a:rPr lang="en-US" dirty="0">
                <a:solidFill>
                  <a:schemeClr val="bg1"/>
                </a:solidFill>
                <a:ea typeface="+mn-lt"/>
                <a:cs typeface="+mn-lt"/>
              </a:rPr>
              <a:t>resource "</a:t>
            </a:r>
            <a:r>
              <a:rPr lang="en-US" err="1">
                <a:solidFill>
                  <a:schemeClr val="bg1"/>
                </a:solidFill>
                <a:ea typeface="+mn-lt"/>
                <a:cs typeface="+mn-lt"/>
              </a:rPr>
              <a:t>azurerm_resource_group</a:t>
            </a:r>
            <a:r>
              <a:rPr lang="en-US" dirty="0">
                <a:solidFill>
                  <a:schemeClr val="bg1"/>
                </a:solidFill>
                <a:ea typeface="+mn-lt"/>
                <a:cs typeface="+mn-lt"/>
              </a:rPr>
              <a:t>" "</a:t>
            </a:r>
            <a:r>
              <a:rPr lang="en-US" err="1">
                <a:solidFill>
                  <a:schemeClr val="bg1"/>
                </a:solidFill>
                <a:ea typeface="+mn-lt"/>
                <a:cs typeface="+mn-lt"/>
              </a:rPr>
              <a:t>rg</a:t>
            </a:r>
            <a:r>
              <a:rPr lang="en-US" dirty="0">
                <a:solidFill>
                  <a:schemeClr val="bg1"/>
                </a:solidFill>
                <a:ea typeface="+mn-lt"/>
                <a:cs typeface="+mn-lt"/>
              </a:rPr>
              <a:t>" {</a:t>
            </a:r>
            <a:endParaRPr lang="en-US">
              <a:solidFill>
                <a:schemeClr val="bg1"/>
              </a:solidFill>
            </a:endParaRPr>
          </a:p>
          <a:p>
            <a:pPr>
              <a:buNone/>
            </a:pPr>
            <a:r>
              <a:rPr lang="en-US" dirty="0">
                <a:solidFill>
                  <a:schemeClr val="bg1"/>
                </a:solidFill>
                <a:ea typeface="+mn-lt"/>
                <a:cs typeface="+mn-lt"/>
              </a:rPr>
              <a:t>  name     = </a:t>
            </a:r>
            <a:r>
              <a:rPr lang="en-US" err="1">
                <a:solidFill>
                  <a:schemeClr val="bg1"/>
                </a:solidFill>
                <a:ea typeface="+mn-lt"/>
                <a:cs typeface="+mn-lt"/>
              </a:rPr>
              <a:t>var.resource_group_name</a:t>
            </a:r>
            <a:endParaRPr lang="en-US">
              <a:solidFill>
                <a:schemeClr val="bg1"/>
              </a:solidFill>
            </a:endParaRPr>
          </a:p>
          <a:p>
            <a:pPr>
              <a:buNone/>
            </a:pPr>
            <a:r>
              <a:rPr lang="en-US" dirty="0">
                <a:solidFill>
                  <a:schemeClr val="bg1"/>
                </a:solidFill>
                <a:ea typeface="+mn-lt"/>
                <a:cs typeface="+mn-lt"/>
              </a:rPr>
              <a:t>  location = "</a:t>
            </a:r>
            <a:r>
              <a:rPr lang="en-US" err="1">
                <a:solidFill>
                  <a:schemeClr val="bg1"/>
                </a:solidFill>
                <a:ea typeface="+mn-lt"/>
                <a:cs typeface="+mn-lt"/>
              </a:rPr>
              <a:t>eastus</a:t>
            </a:r>
            <a:r>
              <a:rPr lang="en-US" dirty="0">
                <a:solidFill>
                  <a:schemeClr val="bg1"/>
                </a:solidFill>
                <a:ea typeface="+mn-lt"/>
                <a:cs typeface="+mn-lt"/>
              </a:rPr>
              <a:t>"</a:t>
            </a:r>
            <a:endParaRPr lang="en-US">
              <a:solidFill>
                <a:schemeClr val="bg1"/>
              </a:solidFill>
            </a:endParaRPr>
          </a:p>
          <a:p>
            <a:pPr>
              <a:buNone/>
            </a:pPr>
            <a:r>
              <a:rPr lang="en-US" dirty="0">
                <a:solidFill>
                  <a:schemeClr val="bg1"/>
                </a:solidFill>
                <a:ea typeface="+mn-lt"/>
                <a:cs typeface="+mn-lt"/>
              </a:rPr>
              <a:t>}</a:t>
            </a:r>
            <a:endParaRPr lang="en-US" dirty="0">
              <a:solidFill>
                <a:schemeClr val="bg1"/>
              </a:solidFill>
            </a:endParaRPr>
          </a:p>
          <a:p>
            <a:pPr marL="0" indent="0">
              <a:buNone/>
            </a:pPr>
            <a:endParaRPr lang="en-US" dirty="0"/>
          </a:p>
        </p:txBody>
      </p:sp>
    </p:spTree>
    <p:extLst>
      <p:ext uri="{BB962C8B-B14F-4D97-AF65-F5344CB8AC3E}">
        <p14:creationId xmlns:p14="http://schemas.microsoft.com/office/powerpoint/2010/main" val="2086640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B774E-8DB6-4F82-76D4-3331ACAA315A}"/>
              </a:ext>
            </a:extLst>
          </p:cNvPr>
          <p:cNvSpPr>
            <a:spLocks noGrp="1"/>
          </p:cNvSpPr>
          <p:nvPr>
            <p:ph type="title"/>
          </p:nvPr>
        </p:nvSpPr>
        <p:spPr/>
        <p:txBody>
          <a:bodyPr/>
          <a:lstStyle/>
          <a:p>
            <a:r>
              <a:rPr lang="en-US" b="0" dirty="0">
                <a:ea typeface="+mj-lt"/>
                <a:cs typeface="+mj-lt"/>
              </a:rPr>
              <a:t>Sensitive Variables</a:t>
            </a:r>
            <a:endParaRPr lang="en-US" dirty="0"/>
          </a:p>
        </p:txBody>
      </p:sp>
      <p:sp>
        <p:nvSpPr>
          <p:cNvPr id="3" name="Content Placeholder 2">
            <a:extLst>
              <a:ext uri="{FF2B5EF4-FFF2-40B4-BE49-F238E27FC236}">
                <a16:creationId xmlns:a16="http://schemas.microsoft.com/office/drawing/2014/main" id="{6306C235-D536-473D-C25C-637353E4F215}"/>
              </a:ext>
            </a:extLst>
          </p:cNvPr>
          <p:cNvSpPr>
            <a:spLocks noGrp="1"/>
          </p:cNvSpPr>
          <p:nvPr>
            <p:ph idx="1"/>
          </p:nvPr>
        </p:nvSpPr>
        <p:spPr/>
        <p:txBody>
          <a:bodyPr vert="horz" lIns="91440" tIns="45720" rIns="91440" bIns="45720" rtlCol="0" anchor="t">
            <a:normAutofit/>
          </a:bodyPr>
          <a:lstStyle/>
          <a:p>
            <a:r>
              <a:rPr lang="en-US" dirty="0">
                <a:ea typeface="+mn-lt"/>
                <a:cs typeface="+mn-lt"/>
              </a:rPr>
              <a:t>Used for secrets, passwords, </a:t>
            </a:r>
            <a:r>
              <a:rPr lang="en-US" dirty="0" err="1">
                <a:ea typeface="+mn-lt"/>
                <a:cs typeface="+mn-lt"/>
              </a:rPr>
              <a:t>client_secret</a:t>
            </a:r>
            <a:endParaRPr lang="en-US" dirty="0" err="1"/>
          </a:p>
          <a:p>
            <a:r>
              <a:rPr lang="en-US" dirty="0">
                <a:ea typeface="+mn-lt"/>
                <a:cs typeface="+mn-lt"/>
              </a:rPr>
              <a:t>Hides the value from logs</a:t>
            </a:r>
            <a:br>
              <a:rPr lang="en-US" dirty="0">
                <a:ea typeface="+mn-lt"/>
                <a:cs typeface="+mn-lt"/>
              </a:rPr>
            </a:br>
            <a:r>
              <a:rPr lang="en-US" dirty="0">
                <a:ea typeface="+mn-lt"/>
                <a:cs typeface="+mn-lt"/>
              </a:rPr>
              <a:t> Example:</a:t>
            </a:r>
            <a:endParaRPr lang="en-US" dirty="0"/>
          </a:p>
          <a:p>
            <a:endParaRPr lang="en-US" dirty="0"/>
          </a:p>
        </p:txBody>
      </p:sp>
      <p:pic>
        <p:nvPicPr>
          <p:cNvPr id="4" name="Picture 3" descr="A black background with white text&#10;&#10;AI-generated content may be incorrect.">
            <a:extLst>
              <a:ext uri="{FF2B5EF4-FFF2-40B4-BE49-F238E27FC236}">
                <a16:creationId xmlns:a16="http://schemas.microsoft.com/office/drawing/2014/main" id="{397F479D-654E-5115-3FC4-7EB558F6A0ED}"/>
              </a:ext>
            </a:extLst>
          </p:cNvPr>
          <p:cNvPicPr>
            <a:picLocks noChangeAspect="1"/>
          </p:cNvPicPr>
          <p:nvPr/>
        </p:nvPicPr>
        <p:blipFill>
          <a:blip r:embed="rId3"/>
          <a:stretch>
            <a:fillRect/>
          </a:stretch>
        </p:blipFill>
        <p:spPr>
          <a:xfrm>
            <a:off x="843299" y="4069196"/>
            <a:ext cx="7334250" cy="1028700"/>
          </a:xfrm>
          <a:prstGeom prst="rect">
            <a:avLst/>
          </a:prstGeom>
        </p:spPr>
      </p:pic>
    </p:spTree>
    <p:extLst>
      <p:ext uri="{BB962C8B-B14F-4D97-AF65-F5344CB8AC3E}">
        <p14:creationId xmlns:p14="http://schemas.microsoft.com/office/powerpoint/2010/main" val="1105754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01C08-12E6-1A18-57CC-6687CC5D6832}"/>
              </a:ext>
            </a:extLst>
          </p:cNvPr>
          <p:cNvSpPr>
            <a:spLocks noGrp="1"/>
          </p:cNvSpPr>
          <p:nvPr>
            <p:ph type="title"/>
          </p:nvPr>
        </p:nvSpPr>
        <p:spPr/>
        <p:txBody>
          <a:bodyPr/>
          <a:lstStyle/>
          <a:p>
            <a:r>
              <a:rPr lang="en-US" b="0" dirty="0">
                <a:ea typeface="+mj-lt"/>
                <a:cs typeface="+mj-lt"/>
              </a:rPr>
              <a:t>Variable Validation</a:t>
            </a:r>
            <a:endParaRPr lang="en-US" dirty="0"/>
          </a:p>
        </p:txBody>
      </p:sp>
      <p:sp>
        <p:nvSpPr>
          <p:cNvPr id="3" name="Content Placeholder 2">
            <a:extLst>
              <a:ext uri="{FF2B5EF4-FFF2-40B4-BE49-F238E27FC236}">
                <a16:creationId xmlns:a16="http://schemas.microsoft.com/office/drawing/2014/main" id="{29B4A8BB-8124-F2C9-C138-37D626C9ADA4}"/>
              </a:ext>
            </a:extLst>
          </p:cNvPr>
          <p:cNvSpPr>
            <a:spLocks noGrp="1"/>
          </p:cNvSpPr>
          <p:nvPr>
            <p:ph idx="1"/>
          </p:nvPr>
        </p:nvSpPr>
        <p:spPr/>
        <p:txBody>
          <a:bodyPr vert="horz" lIns="91440" tIns="45720" rIns="91440" bIns="45720" rtlCol="0" anchor="t">
            <a:normAutofit/>
          </a:bodyPr>
          <a:lstStyle/>
          <a:p>
            <a:r>
              <a:rPr lang="en-US" dirty="0">
                <a:ea typeface="+mn-lt"/>
                <a:cs typeface="+mn-lt"/>
              </a:rPr>
              <a:t>Example:</a:t>
            </a:r>
          </a:p>
          <a:p>
            <a:endParaRPr lang="en-US" dirty="0"/>
          </a:p>
        </p:txBody>
      </p:sp>
      <p:pic>
        <p:nvPicPr>
          <p:cNvPr id="4" name="Picture 3" descr="A black background with white text&#10;&#10;AI-generated content may be incorrect.">
            <a:extLst>
              <a:ext uri="{FF2B5EF4-FFF2-40B4-BE49-F238E27FC236}">
                <a16:creationId xmlns:a16="http://schemas.microsoft.com/office/drawing/2014/main" id="{1881B6D8-B7EC-2910-A3BB-0DA4A93D8124}"/>
              </a:ext>
            </a:extLst>
          </p:cNvPr>
          <p:cNvPicPr>
            <a:picLocks noChangeAspect="1"/>
          </p:cNvPicPr>
          <p:nvPr/>
        </p:nvPicPr>
        <p:blipFill>
          <a:blip r:embed="rId3"/>
          <a:stretch>
            <a:fillRect/>
          </a:stretch>
        </p:blipFill>
        <p:spPr>
          <a:xfrm>
            <a:off x="882015" y="3263265"/>
            <a:ext cx="7410450" cy="1962150"/>
          </a:xfrm>
          <a:prstGeom prst="rect">
            <a:avLst/>
          </a:prstGeom>
        </p:spPr>
      </p:pic>
    </p:spTree>
    <p:extLst>
      <p:ext uri="{BB962C8B-B14F-4D97-AF65-F5344CB8AC3E}">
        <p14:creationId xmlns:p14="http://schemas.microsoft.com/office/powerpoint/2010/main" val="2498874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EB64B-2A4F-7783-0A30-ED1E236E9DDB}"/>
              </a:ext>
            </a:extLst>
          </p:cNvPr>
          <p:cNvSpPr>
            <a:spLocks noGrp="1"/>
          </p:cNvSpPr>
          <p:nvPr>
            <p:ph type="title"/>
          </p:nvPr>
        </p:nvSpPr>
        <p:spPr>
          <a:xfrm>
            <a:off x="640080" y="1371600"/>
            <a:ext cx="5852160" cy="1097280"/>
          </a:xfrm>
        </p:spPr>
        <p:txBody>
          <a:bodyPr anchor="t">
            <a:normAutofit/>
          </a:bodyPr>
          <a:lstStyle/>
          <a:p>
            <a:r>
              <a:rPr lang="en-US" b="0" dirty="0">
                <a:ea typeface="+mj-lt"/>
                <a:cs typeface="+mj-lt"/>
              </a:rPr>
              <a:t>Locals vs Variables</a:t>
            </a:r>
            <a:endParaRPr lang="en-US"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FBA57B-6439-F1B6-5CBE-EA0A8BAC6044}"/>
              </a:ext>
            </a:extLst>
          </p:cNvPr>
          <p:cNvSpPr>
            <a:spLocks noGrp="1"/>
          </p:cNvSpPr>
          <p:nvPr>
            <p:ph idx="1"/>
          </p:nvPr>
        </p:nvSpPr>
        <p:spPr>
          <a:xfrm>
            <a:off x="640080" y="2633236"/>
            <a:ext cx="5852160" cy="3664685"/>
          </a:xfrm>
        </p:spPr>
        <p:txBody>
          <a:bodyPr vert="horz" lIns="91440" tIns="45720" rIns="91440" bIns="45720" rtlCol="0">
            <a:normAutofit/>
          </a:bodyPr>
          <a:lstStyle/>
          <a:p>
            <a:r>
              <a:rPr lang="en-US" b="1" dirty="0">
                <a:ea typeface="+mn-lt"/>
                <a:cs typeface="+mn-lt"/>
              </a:rPr>
              <a:t>Variables</a:t>
            </a:r>
            <a:endParaRPr lang="en-US" dirty="0"/>
          </a:p>
          <a:p>
            <a:r>
              <a:rPr lang="en-US" dirty="0">
                <a:ea typeface="+mn-lt"/>
                <a:cs typeface="+mn-lt"/>
              </a:rPr>
              <a:t>Input from user</a:t>
            </a:r>
            <a:endParaRPr lang="en-US"/>
          </a:p>
          <a:p>
            <a:r>
              <a:rPr lang="en-US" dirty="0">
                <a:ea typeface="+mn-lt"/>
                <a:cs typeface="+mn-lt"/>
              </a:rPr>
              <a:t>External values</a:t>
            </a:r>
            <a:endParaRPr lang="en-US" dirty="0"/>
          </a:p>
          <a:p>
            <a:r>
              <a:rPr lang="en-US" b="1" dirty="0">
                <a:ea typeface="+mn-lt"/>
                <a:cs typeface="+mn-lt"/>
              </a:rPr>
              <a:t>Locals</a:t>
            </a:r>
            <a:endParaRPr lang="en-US" dirty="0"/>
          </a:p>
          <a:p>
            <a:r>
              <a:rPr lang="en-US" dirty="0">
                <a:ea typeface="+mn-lt"/>
                <a:cs typeface="+mn-lt"/>
              </a:rPr>
              <a:t>Internal computed values</a:t>
            </a:r>
            <a:endParaRPr lang="en-US" dirty="0"/>
          </a:p>
          <a:p>
            <a:r>
              <a:rPr lang="en-US" dirty="0">
                <a:ea typeface="+mn-lt"/>
                <a:cs typeface="+mn-lt"/>
              </a:rPr>
              <a:t>Cannot be overridden</a:t>
            </a:r>
            <a:endParaRPr lang="en-US" dirty="0"/>
          </a:p>
          <a:p>
            <a:pPr marL="0" indent="0">
              <a:buNone/>
            </a:pPr>
            <a:endParaRPr lang="en-US" dirty="0"/>
          </a:p>
        </p:txBody>
      </p:sp>
      <p:pic>
        <p:nvPicPr>
          <p:cNvPr id="5" name="Picture 4" descr="Financial graphs on a dark display">
            <a:extLst>
              <a:ext uri="{FF2B5EF4-FFF2-40B4-BE49-F238E27FC236}">
                <a16:creationId xmlns:a16="http://schemas.microsoft.com/office/drawing/2014/main" id="{2B6F3ABD-3D08-0F88-2108-7DD9CB3E3FCC}"/>
              </a:ext>
            </a:extLst>
          </p:cNvPr>
          <p:cNvPicPr>
            <a:picLocks noChangeAspect="1"/>
          </p:cNvPicPr>
          <p:nvPr/>
        </p:nvPicPr>
        <p:blipFill>
          <a:blip r:embed="rId3"/>
          <a:srcRect l="25211" r="30624" b="4"/>
          <a:stretch>
            <a:fillRect/>
          </a:stretch>
        </p:blipFill>
        <p:spPr>
          <a:xfrm>
            <a:off x="7345680" y="10"/>
            <a:ext cx="4846320" cy="6857990"/>
          </a:xfrm>
          <a:prstGeom prst="rect">
            <a:avLst/>
          </a:prstGeom>
        </p:spPr>
      </p:pic>
    </p:spTree>
    <p:extLst>
      <p:ext uri="{BB962C8B-B14F-4D97-AF65-F5344CB8AC3E}">
        <p14:creationId xmlns:p14="http://schemas.microsoft.com/office/powerpoint/2010/main" val="1593756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E1405-761F-0A07-4D96-2FF129D4A0AE}"/>
              </a:ext>
            </a:extLst>
          </p:cNvPr>
          <p:cNvSpPr>
            <a:spLocks noGrp="1"/>
          </p:cNvSpPr>
          <p:nvPr>
            <p:ph type="title"/>
          </p:nvPr>
        </p:nvSpPr>
        <p:spPr>
          <a:xfrm>
            <a:off x="640080" y="1371600"/>
            <a:ext cx="5852160" cy="1097280"/>
          </a:xfrm>
        </p:spPr>
        <p:txBody>
          <a:bodyPr anchor="t">
            <a:normAutofit/>
          </a:bodyPr>
          <a:lstStyle/>
          <a:p>
            <a:r>
              <a:rPr lang="en-US" b="0" dirty="0">
                <a:ea typeface="+mj-lt"/>
                <a:cs typeface="+mj-lt"/>
              </a:rPr>
              <a:t>Best Practices</a:t>
            </a:r>
            <a:endParaRPr lang="en-US"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ADFD8A4-1360-57E3-7AAE-4403806F7B85}"/>
              </a:ext>
            </a:extLst>
          </p:cNvPr>
          <p:cNvSpPr>
            <a:spLocks noGrp="1"/>
          </p:cNvSpPr>
          <p:nvPr>
            <p:ph idx="1"/>
          </p:nvPr>
        </p:nvSpPr>
        <p:spPr>
          <a:xfrm>
            <a:off x="640080" y="2633236"/>
            <a:ext cx="5852160" cy="3664685"/>
          </a:xfrm>
        </p:spPr>
        <p:txBody>
          <a:bodyPr vert="horz" lIns="91440" tIns="45720" rIns="91440" bIns="45720" rtlCol="0">
            <a:normAutofit/>
          </a:bodyPr>
          <a:lstStyle/>
          <a:p>
            <a:r>
              <a:rPr lang="en-US" dirty="0">
                <a:ea typeface="+mn-lt"/>
                <a:cs typeface="+mn-lt"/>
              </a:rPr>
              <a:t>Use descriptive names</a:t>
            </a:r>
            <a:endParaRPr lang="en-US" dirty="0"/>
          </a:p>
          <a:p>
            <a:r>
              <a:rPr lang="en-US" dirty="0">
                <a:ea typeface="+mn-lt"/>
                <a:cs typeface="+mn-lt"/>
              </a:rPr>
              <a:t>Store defaults when possible</a:t>
            </a:r>
            <a:endParaRPr lang="en-US" dirty="0"/>
          </a:p>
          <a:p>
            <a:r>
              <a:rPr lang="en-US" dirty="0">
                <a:ea typeface="+mn-lt"/>
                <a:cs typeface="+mn-lt"/>
              </a:rPr>
              <a:t>Use </a:t>
            </a:r>
            <a:r>
              <a:rPr lang="en-US" dirty="0">
                <a:latin typeface="Consolas"/>
              </a:rPr>
              <a:t>.</a:t>
            </a:r>
            <a:r>
              <a:rPr lang="en-US" dirty="0" err="1">
                <a:latin typeface="Consolas"/>
              </a:rPr>
              <a:t>tfvars</a:t>
            </a:r>
            <a:r>
              <a:rPr lang="en-US" dirty="0">
                <a:ea typeface="+mn-lt"/>
                <a:cs typeface="+mn-lt"/>
              </a:rPr>
              <a:t> for environments</a:t>
            </a:r>
            <a:endParaRPr lang="en-US" dirty="0"/>
          </a:p>
          <a:p>
            <a:r>
              <a:rPr lang="en-US" dirty="0">
                <a:ea typeface="+mn-lt"/>
                <a:cs typeface="+mn-lt"/>
              </a:rPr>
              <a:t>Keep secrets in sensitive variables</a:t>
            </a:r>
            <a:endParaRPr lang="en-US" dirty="0"/>
          </a:p>
          <a:p>
            <a:r>
              <a:rPr lang="en-US" dirty="0">
                <a:ea typeface="+mn-lt"/>
                <a:cs typeface="+mn-lt"/>
              </a:rPr>
              <a:t>Avoid hardcoding values</a:t>
            </a:r>
            <a:endParaRPr lang="en-US" dirty="0"/>
          </a:p>
          <a:p>
            <a:r>
              <a:rPr lang="en-US" dirty="0">
                <a:ea typeface="+mn-lt"/>
                <a:cs typeface="+mn-lt"/>
              </a:rPr>
              <a:t>Group variables in </a:t>
            </a:r>
            <a:r>
              <a:rPr lang="en-US" dirty="0">
                <a:latin typeface="Consolas"/>
              </a:rPr>
              <a:t>variables.tf</a:t>
            </a:r>
            <a:endParaRPr lang="en-US" dirty="0"/>
          </a:p>
          <a:p>
            <a:endParaRPr lang="en-US" dirty="0"/>
          </a:p>
        </p:txBody>
      </p:sp>
      <p:pic>
        <p:nvPicPr>
          <p:cNvPr id="5" name="Picture 4" descr="Computer script on a screen">
            <a:extLst>
              <a:ext uri="{FF2B5EF4-FFF2-40B4-BE49-F238E27FC236}">
                <a16:creationId xmlns:a16="http://schemas.microsoft.com/office/drawing/2014/main" id="{A0F98B6C-DBE2-1C24-A79F-791399541B4F}"/>
              </a:ext>
            </a:extLst>
          </p:cNvPr>
          <p:cNvPicPr>
            <a:picLocks noChangeAspect="1"/>
          </p:cNvPicPr>
          <p:nvPr/>
        </p:nvPicPr>
        <p:blipFill>
          <a:blip r:embed="rId3"/>
          <a:srcRect l="7967" r="44931" b="-3"/>
          <a:stretch>
            <a:fillRect/>
          </a:stretch>
        </p:blipFill>
        <p:spPr>
          <a:xfrm>
            <a:off x="7345680" y="10"/>
            <a:ext cx="4846320" cy="6857990"/>
          </a:xfrm>
          <a:prstGeom prst="rect">
            <a:avLst/>
          </a:prstGeom>
        </p:spPr>
      </p:pic>
    </p:spTree>
    <p:extLst>
      <p:ext uri="{BB962C8B-B14F-4D97-AF65-F5344CB8AC3E}">
        <p14:creationId xmlns:p14="http://schemas.microsoft.com/office/powerpoint/2010/main" val="300807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7064C2-878A-B34B-A684-D797E6515B31}"/>
              </a:ext>
            </a:extLst>
          </p:cNvPr>
          <p:cNvSpPr>
            <a:spLocks noGrp="1"/>
          </p:cNvSpPr>
          <p:nvPr>
            <p:ph type="title"/>
          </p:nvPr>
        </p:nvSpPr>
        <p:spPr>
          <a:xfrm>
            <a:off x="640080" y="1371600"/>
            <a:ext cx="5852160" cy="1097280"/>
          </a:xfrm>
        </p:spPr>
        <p:txBody>
          <a:bodyPr anchor="t">
            <a:normAutofit/>
          </a:bodyPr>
          <a:lstStyle/>
          <a:p>
            <a:r>
              <a:rPr lang="en-US" b="0" dirty="0">
                <a:ea typeface="+mj-lt"/>
                <a:cs typeface="+mj-lt"/>
              </a:rPr>
              <a:t>Summary</a:t>
            </a:r>
            <a:endParaRPr lang="en-US" dirty="0">
              <a:ea typeface="+mj-lt"/>
              <a:cs typeface="+mj-lt"/>
            </a:endParaRP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82450C4-F867-069F-3090-B4D1D8EE324D}"/>
              </a:ext>
            </a:extLst>
          </p:cNvPr>
          <p:cNvSpPr>
            <a:spLocks noGrp="1"/>
          </p:cNvSpPr>
          <p:nvPr>
            <p:ph idx="1"/>
          </p:nvPr>
        </p:nvSpPr>
        <p:spPr>
          <a:xfrm>
            <a:off x="640080" y="2633236"/>
            <a:ext cx="5852160" cy="3664685"/>
          </a:xfrm>
        </p:spPr>
        <p:txBody>
          <a:bodyPr vert="horz" lIns="91440" tIns="45720" rIns="91440" bIns="45720" rtlCol="0">
            <a:normAutofit/>
          </a:bodyPr>
          <a:lstStyle/>
          <a:p>
            <a:r>
              <a:rPr lang="en-US" dirty="0">
                <a:ea typeface="+mn-lt"/>
                <a:cs typeface="+mn-lt"/>
              </a:rPr>
              <a:t>Variables make Terraform dynamic</a:t>
            </a:r>
            <a:endParaRPr lang="en-US" dirty="0"/>
          </a:p>
          <a:p>
            <a:r>
              <a:rPr lang="en-US" dirty="0">
                <a:ea typeface="+mn-lt"/>
                <a:cs typeface="+mn-lt"/>
              </a:rPr>
              <a:t>Support multiple input methods</a:t>
            </a:r>
            <a:endParaRPr lang="en-US" dirty="0"/>
          </a:p>
          <a:p>
            <a:r>
              <a:rPr lang="en-US" dirty="0">
                <a:ea typeface="+mn-lt"/>
                <a:cs typeface="+mn-lt"/>
              </a:rPr>
              <a:t>Use cases: environment separation, automation</a:t>
            </a:r>
            <a:endParaRPr lang="en-US" dirty="0"/>
          </a:p>
          <a:p>
            <a:r>
              <a:rPr lang="en-US" dirty="0">
                <a:ea typeface="+mn-lt"/>
                <a:cs typeface="+mn-lt"/>
              </a:rPr>
              <a:t>Can handle simple and complex values</a:t>
            </a:r>
            <a:endParaRPr lang="en-US" dirty="0"/>
          </a:p>
          <a:p>
            <a:r>
              <a:rPr lang="en-US" dirty="0">
                <a:ea typeface="+mn-lt"/>
                <a:cs typeface="+mn-lt"/>
              </a:rPr>
              <a:t>Crucial for CI/CD pipelines</a:t>
            </a:r>
            <a:endParaRPr lang="en-US" dirty="0"/>
          </a:p>
        </p:txBody>
      </p:sp>
      <p:pic>
        <p:nvPicPr>
          <p:cNvPr id="5" name="Picture 4" descr="Digital financial graph">
            <a:extLst>
              <a:ext uri="{FF2B5EF4-FFF2-40B4-BE49-F238E27FC236}">
                <a16:creationId xmlns:a16="http://schemas.microsoft.com/office/drawing/2014/main" id="{4BF227D3-8213-5BAC-75EE-EAEB841A8049}"/>
              </a:ext>
            </a:extLst>
          </p:cNvPr>
          <p:cNvPicPr>
            <a:picLocks noChangeAspect="1"/>
          </p:cNvPicPr>
          <p:nvPr/>
        </p:nvPicPr>
        <p:blipFill>
          <a:blip r:embed="rId3"/>
          <a:srcRect l="39379" r="20870" b="-2"/>
          <a:stretch>
            <a:fillRect/>
          </a:stretch>
        </p:blipFill>
        <p:spPr>
          <a:xfrm>
            <a:off x="7345680" y="10"/>
            <a:ext cx="4846320" cy="6857990"/>
          </a:xfrm>
          <a:prstGeom prst="rect">
            <a:avLst/>
          </a:prstGeom>
        </p:spPr>
      </p:pic>
    </p:spTree>
    <p:extLst>
      <p:ext uri="{BB962C8B-B14F-4D97-AF65-F5344CB8AC3E}">
        <p14:creationId xmlns:p14="http://schemas.microsoft.com/office/powerpoint/2010/main" val="1868414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descr="Yellow and blue symbols">
            <a:extLst>
              <a:ext uri="{FF2B5EF4-FFF2-40B4-BE49-F238E27FC236}">
                <a16:creationId xmlns:a16="http://schemas.microsoft.com/office/drawing/2014/main" id="{F11DA4D4-5622-DBE0-41E9-9B933613F4E0}"/>
              </a:ext>
            </a:extLst>
          </p:cNvPr>
          <p:cNvPicPr>
            <a:picLocks noChangeAspect="1"/>
          </p:cNvPicPr>
          <p:nvPr/>
        </p:nvPicPr>
        <p:blipFill>
          <a:blip r:embed="rId2"/>
          <a:srcRect t="17424" r="9085" b="15738"/>
          <a:stretch>
            <a:fillRect/>
          </a:stretch>
        </p:blipFill>
        <p:spPr>
          <a:xfrm>
            <a:off x="1" y="10"/>
            <a:ext cx="12192000" cy="6857990"/>
          </a:xfrm>
          <a:prstGeom prst="rect">
            <a:avLst/>
          </a:prstGeom>
        </p:spPr>
      </p:pic>
      <p:sp>
        <p:nvSpPr>
          <p:cNvPr id="13" name="Rectangle 12">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4444" y="1066800"/>
            <a:ext cx="4682990"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A277727-3C81-A824-B710-9C9976884DED}"/>
              </a:ext>
            </a:extLst>
          </p:cNvPr>
          <p:cNvSpPr>
            <a:spLocks noGrp="1"/>
          </p:cNvSpPr>
          <p:nvPr>
            <p:ph type="title"/>
          </p:nvPr>
        </p:nvSpPr>
        <p:spPr>
          <a:xfrm>
            <a:off x="804818" y="1562101"/>
            <a:ext cx="3905203" cy="2738530"/>
          </a:xfrm>
        </p:spPr>
        <p:txBody>
          <a:bodyPr vert="horz" lIns="91440" tIns="45720" rIns="91440" bIns="45720" rtlCol="0" anchor="t">
            <a:normAutofit/>
          </a:bodyPr>
          <a:lstStyle/>
          <a:p>
            <a:r>
              <a:rPr lang="en-US" sz="4800" b="1" kern="1200">
                <a:solidFill>
                  <a:schemeClr val="tx1"/>
                </a:solidFill>
                <a:latin typeface="+mj-lt"/>
                <a:ea typeface="+mj-ea"/>
                <a:cs typeface="+mj-cs"/>
              </a:rPr>
              <a:t>Q&amp;A</a:t>
            </a:r>
          </a:p>
        </p:txBody>
      </p:sp>
      <p:sp>
        <p:nvSpPr>
          <p:cNvPr id="3" name="Content Placeholder 2">
            <a:extLst>
              <a:ext uri="{FF2B5EF4-FFF2-40B4-BE49-F238E27FC236}">
                <a16:creationId xmlns:a16="http://schemas.microsoft.com/office/drawing/2014/main" id="{37E43545-6FB4-9056-6DE2-5F8C72CF4AE5}"/>
              </a:ext>
            </a:extLst>
          </p:cNvPr>
          <p:cNvSpPr>
            <a:spLocks noGrp="1"/>
          </p:cNvSpPr>
          <p:nvPr>
            <p:ph idx="1"/>
          </p:nvPr>
        </p:nvSpPr>
        <p:spPr>
          <a:xfrm>
            <a:off x="804818" y="4321622"/>
            <a:ext cx="3816351" cy="941832"/>
          </a:xfrm>
        </p:spPr>
        <p:txBody>
          <a:bodyPr vert="horz" lIns="91440" tIns="45720" rIns="91440" bIns="45720" rtlCol="0" anchor="b">
            <a:normAutofit/>
          </a:bodyPr>
          <a:lstStyle/>
          <a:p>
            <a:pPr marL="0" indent="0">
              <a:lnSpc>
                <a:spcPct val="130000"/>
              </a:lnSpc>
              <a:buNone/>
            </a:pPr>
            <a:r>
              <a:rPr lang="en-US" sz="1800" b="1" cap="all" spc="300"/>
              <a:t>“Any questions?”</a:t>
            </a:r>
          </a:p>
        </p:txBody>
      </p:sp>
      <p:cxnSp>
        <p:nvCxnSpPr>
          <p:cNvPr id="15" name="Straight Connector 14">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V="1">
            <a:off x="305077" y="1063752"/>
            <a:ext cx="0" cy="4727448"/>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101231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18</Slides>
  <Notes>13</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DashVTI</vt:lpstr>
      <vt:lpstr>HCL Basics</vt:lpstr>
      <vt:lpstr>Resources</vt:lpstr>
      <vt:lpstr>Resource Block Structure</vt:lpstr>
      <vt:lpstr>Resource Block </vt:lpstr>
      <vt:lpstr>Variables</vt:lpstr>
      <vt:lpstr>What Are Terraform Variables?</vt:lpstr>
      <vt:lpstr>Why Use Variables?</vt:lpstr>
      <vt:lpstr>Declaring Variables</vt:lpstr>
      <vt:lpstr>Referencing Variables</vt:lpstr>
      <vt:lpstr>Passing Variables (3 Ways)</vt:lpstr>
      <vt:lpstr>TFVARS File Example</vt:lpstr>
      <vt:lpstr>Real-Time Use Case</vt:lpstr>
      <vt:lpstr>Sensitive Variables</vt:lpstr>
      <vt:lpstr>Variable Validation</vt:lpstr>
      <vt:lpstr>Locals vs Variables</vt:lpstr>
      <vt:lpstr>Best Practices</vt:lpstr>
      <vt:lpstr>Summary</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236</cp:revision>
  <dcterms:created xsi:type="dcterms:W3CDTF">2025-11-18T05:27:26Z</dcterms:created>
  <dcterms:modified xsi:type="dcterms:W3CDTF">2025-12-02T16:53:37Z</dcterms:modified>
</cp:coreProperties>
</file>